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7" r:id="rId7"/>
    <p:sldMasterId id="2147483659" r:id="rId8"/>
    <p:sldMasterId id="2147483661" r:id="rId9"/>
    <p:sldMasterId id="2147483663"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Lst>
  <p:sldSz cy="6858000" cx="9144000"/>
  <p:notesSz cx="6858000" cy="9144000"/>
  <p:embeddedFontLst>
    <p:embeddedFont>
      <p:font typeface="Libre Franklin"/>
      <p:regular r:id="rId62"/>
      <p:bold r:id="rId63"/>
      <p:italic r:id="rId64"/>
      <p:boldItalic r:id="rId65"/>
    </p:embeddedFont>
    <p:embeddedFont>
      <p:font typeface="Tahoma"/>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8" roundtripDataSignature="AMtx7mhKfBGvuRbmbhvEJy7xHPNBixmH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DEE3A5-D6A9-4B89-88C7-D63230F7C006}">
  <a:tblStyle styleId="{D7DEE3A5-D6A9-4B89-88C7-D63230F7C00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slide" Target="slides/slide31.xml"/><Relationship Id="rId41" Type="http://schemas.openxmlformats.org/officeDocument/2006/relationships/slide" Target="slides/slide30.xml"/><Relationship Id="rId44" Type="http://schemas.openxmlformats.org/officeDocument/2006/relationships/slide" Target="slides/slide33.xml"/><Relationship Id="rId43" Type="http://schemas.openxmlformats.org/officeDocument/2006/relationships/slide" Target="slides/slide32.xml"/><Relationship Id="rId46" Type="http://schemas.openxmlformats.org/officeDocument/2006/relationships/slide" Target="slides/slide35.xml"/><Relationship Id="rId45" Type="http://schemas.openxmlformats.org/officeDocument/2006/relationships/slide" Target="slides/slide3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7.xml"/><Relationship Id="rId47" Type="http://schemas.openxmlformats.org/officeDocument/2006/relationships/slide" Target="slides/slide36.xml"/><Relationship Id="rId49" Type="http://schemas.openxmlformats.org/officeDocument/2006/relationships/slide" Target="slides/slide3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62" Type="http://schemas.openxmlformats.org/officeDocument/2006/relationships/font" Target="fonts/LibreFranklin-regular.fntdata"/><Relationship Id="rId61" Type="http://schemas.openxmlformats.org/officeDocument/2006/relationships/slide" Target="slides/slide50.xml"/><Relationship Id="rId20" Type="http://schemas.openxmlformats.org/officeDocument/2006/relationships/slide" Target="slides/slide9.xml"/><Relationship Id="rId64" Type="http://schemas.openxmlformats.org/officeDocument/2006/relationships/font" Target="fonts/LibreFranklin-italic.fntdata"/><Relationship Id="rId63" Type="http://schemas.openxmlformats.org/officeDocument/2006/relationships/font" Target="fonts/LibreFranklin-bold.fntdata"/><Relationship Id="rId22" Type="http://schemas.openxmlformats.org/officeDocument/2006/relationships/slide" Target="slides/slide11.xml"/><Relationship Id="rId66" Type="http://schemas.openxmlformats.org/officeDocument/2006/relationships/font" Target="fonts/Tahoma-regular.fntdata"/><Relationship Id="rId21" Type="http://schemas.openxmlformats.org/officeDocument/2006/relationships/slide" Target="slides/slide10.xml"/><Relationship Id="rId65" Type="http://schemas.openxmlformats.org/officeDocument/2006/relationships/font" Target="fonts/LibreFranklin-boldItalic.fntdata"/><Relationship Id="rId24" Type="http://schemas.openxmlformats.org/officeDocument/2006/relationships/slide" Target="slides/slide13.xml"/><Relationship Id="rId68" Type="http://customschemas.google.com/relationships/presentationmetadata" Target="metadata"/><Relationship Id="rId23" Type="http://schemas.openxmlformats.org/officeDocument/2006/relationships/slide" Target="slides/slide12.xml"/><Relationship Id="rId67" Type="http://schemas.openxmlformats.org/officeDocument/2006/relationships/font" Target="fonts/Tahoma-bold.fntdata"/><Relationship Id="rId60" Type="http://schemas.openxmlformats.org/officeDocument/2006/relationships/slide" Target="slides/slide49.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slide" Target="slides/slide40.xml"/><Relationship Id="rId50" Type="http://schemas.openxmlformats.org/officeDocument/2006/relationships/slide" Target="slides/slide39.xml"/><Relationship Id="rId53" Type="http://schemas.openxmlformats.org/officeDocument/2006/relationships/slide" Target="slides/slide42.xml"/><Relationship Id="rId52" Type="http://schemas.openxmlformats.org/officeDocument/2006/relationships/slide" Target="slides/slide41.xml"/><Relationship Id="rId11" Type="http://schemas.openxmlformats.org/officeDocument/2006/relationships/notesMaster" Target="notesMasters/notesMaster1.xml"/><Relationship Id="rId55" Type="http://schemas.openxmlformats.org/officeDocument/2006/relationships/slide" Target="slides/slide44.xml"/><Relationship Id="rId10" Type="http://schemas.openxmlformats.org/officeDocument/2006/relationships/slideMaster" Target="slideMasters/slideMaster6.xml"/><Relationship Id="rId54" Type="http://schemas.openxmlformats.org/officeDocument/2006/relationships/slide" Target="slides/slide43.xml"/><Relationship Id="rId13" Type="http://schemas.openxmlformats.org/officeDocument/2006/relationships/slide" Target="slides/slide2.xml"/><Relationship Id="rId57" Type="http://schemas.openxmlformats.org/officeDocument/2006/relationships/slide" Target="slides/slide46.xml"/><Relationship Id="rId12" Type="http://schemas.openxmlformats.org/officeDocument/2006/relationships/slide" Target="slides/slide1.xml"/><Relationship Id="rId56" Type="http://schemas.openxmlformats.org/officeDocument/2006/relationships/slide" Target="slides/slide45.xml"/><Relationship Id="rId15" Type="http://schemas.openxmlformats.org/officeDocument/2006/relationships/slide" Target="slides/slide4.xml"/><Relationship Id="rId59" Type="http://schemas.openxmlformats.org/officeDocument/2006/relationships/slide" Target="slides/slide48.xml"/><Relationship Id="rId14" Type="http://schemas.openxmlformats.org/officeDocument/2006/relationships/slide" Target="slides/slide3.xml"/><Relationship Id="rId58" Type="http://schemas.openxmlformats.org/officeDocument/2006/relationships/slide" Target="slides/slide47.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3" name="Shape 13"/>
        <p:cNvGrpSpPr/>
        <p:nvPr/>
      </p:nvGrpSpPr>
      <p:grpSpPr>
        <a:xfrm>
          <a:off x="0" y="0"/>
          <a:ext cx="0" cy="0"/>
          <a:chOff x="0" y="0"/>
          <a:chExt cx="0" cy="0"/>
        </a:xfrm>
      </p:grpSpPr>
      <p:sp>
        <p:nvSpPr>
          <p:cNvPr id="14" name="Google Shape;14;p52"/>
          <p:cNvSpPr txBox="1"/>
          <p:nvPr>
            <p:ph type="ctrTitle"/>
          </p:nvPr>
        </p:nvSpPr>
        <p:spPr>
          <a:xfrm>
            <a:off x="429064" y="3337560"/>
            <a:ext cx="6480048" cy="2301240"/>
          </a:xfrm>
          <a:prstGeom prst="rect">
            <a:avLst/>
          </a:prstGeom>
          <a:noFill/>
          <a:ln>
            <a:noFill/>
          </a:ln>
        </p:spPr>
        <p:txBody>
          <a:bodyPr anchorCtr="0" anchor="t" bIns="45700" lIns="45700" spcFirstLastPara="1" rIns="45700" wrap="square" tIns="45700">
            <a:noAutofit/>
          </a:bodyPr>
          <a:lstStyle>
            <a:lvl1pPr lvl="0" algn="r">
              <a:spcBef>
                <a:spcPts val="0"/>
              </a:spcBef>
              <a:spcAft>
                <a:spcPts val="0"/>
              </a:spcAft>
              <a:buSzPts val="1400"/>
              <a:buNone/>
              <a:defRPr b="1" cap="none">
                <a:solidFill>
                  <a:srgbClr val="CCE1B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2"/>
          <p:cNvSpPr txBox="1"/>
          <p:nvPr>
            <p:ph idx="1" type="subTitle"/>
          </p:nvPr>
        </p:nvSpPr>
        <p:spPr>
          <a:xfrm>
            <a:off x="433050" y="1544812"/>
            <a:ext cx="6480048" cy="1752600"/>
          </a:xfrm>
          <a:prstGeom prst="rect">
            <a:avLst/>
          </a:prstGeom>
          <a:noFill/>
          <a:ln>
            <a:noFill/>
          </a:ln>
        </p:spPr>
        <p:txBody>
          <a:bodyPr anchorCtr="0" anchor="b" bIns="0" lIns="91425" spcFirstLastPara="1" rIns="45700" wrap="square" tIns="0">
            <a:normAutofit/>
          </a:bodyPr>
          <a:lstStyle>
            <a:lvl1pPr lvl="0" algn="r">
              <a:spcBef>
                <a:spcPts val="400"/>
              </a:spcBef>
              <a:spcAft>
                <a:spcPts val="0"/>
              </a:spcAft>
              <a:buSzPts val="1600"/>
              <a:buNone/>
              <a:defRPr sz="2000">
                <a:solidFill>
                  <a:schemeClr val="lt1"/>
                </a:solidFill>
              </a:defRPr>
            </a:lvl1pPr>
            <a:lvl2pPr lvl="1" algn="ctr">
              <a:spcBef>
                <a:spcPts val="360"/>
              </a:spcBef>
              <a:spcAft>
                <a:spcPts val="0"/>
              </a:spcAft>
              <a:buSzPts val="1620"/>
              <a:buNone/>
              <a:defRPr/>
            </a:lvl2pPr>
            <a:lvl3pPr lvl="2" algn="ctr">
              <a:spcBef>
                <a:spcPts val="360"/>
              </a:spcBef>
              <a:spcAft>
                <a:spcPts val="0"/>
              </a:spcAft>
              <a:buSzPts val="1530"/>
              <a:buNone/>
              <a:defRPr/>
            </a:lvl3pPr>
            <a:lvl4pPr lvl="3" algn="ctr">
              <a:spcBef>
                <a:spcPts val="360"/>
              </a:spcBef>
              <a:spcAft>
                <a:spcPts val="0"/>
              </a:spcAft>
              <a:buSzPts val="1620"/>
              <a:buNone/>
              <a:defRPr/>
            </a:lvl4pPr>
            <a:lvl5pPr lvl="4" algn="ctr">
              <a:spcBef>
                <a:spcPts val="360"/>
              </a:spcBef>
              <a:spcAft>
                <a:spcPts val="0"/>
              </a:spcAft>
              <a:buSzPts val="180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6" name="Google Shape;16;p52"/>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2"/>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2"/>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7" name="Shape 27"/>
        <p:cNvGrpSpPr/>
        <p:nvPr/>
      </p:nvGrpSpPr>
      <p:grpSpPr>
        <a:xfrm>
          <a:off x="0" y="0"/>
          <a:ext cx="0" cy="0"/>
          <a:chOff x="0" y="0"/>
          <a:chExt cx="0" cy="0"/>
        </a:xfrm>
      </p:grpSpPr>
      <p:sp>
        <p:nvSpPr>
          <p:cNvPr id="28" name="Google Shape;28;p5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4"/>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69" lvl="1" marL="914400" algn="l">
              <a:spcBef>
                <a:spcPts val="360"/>
              </a:spcBef>
              <a:spcAft>
                <a:spcPts val="0"/>
              </a:spcAft>
              <a:buSzPts val="1620"/>
              <a:buChar char="⚫"/>
              <a:defRPr/>
            </a:lvl2pPr>
            <a:lvl3pPr indent="-325755" lvl="2" marL="1371600" algn="l">
              <a:spcBef>
                <a:spcPts val="360"/>
              </a:spcBef>
              <a:spcAft>
                <a:spcPts val="0"/>
              </a:spcAft>
              <a:buSzPts val="1530"/>
              <a:buChar char="○"/>
              <a:defRPr/>
            </a:lvl3pPr>
            <a:lvl4pPr indent="-331469" lvl="3" marL="1828800" algn="l">
              <a:spcBef>
                <a:spcPts val="360"/>
              </a:spcBef>
              <a:spcAft>
                <a:spcPts val="0"/>
              </a:spcAft>
              <a:buSzPts val="162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0" name="Google Shape;30;p54"/>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4"/>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4"/>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457200" y="274638"/>
            <a:ext cx="7467600" cy="1143000"/>
          </a:xfrm>
          <a:prstGeom prst="rect">
            <a:avLst/>
          </a:prstGeom>
          <a:noFill/>
          <a:ln>
            <a:noFill/>
          </a:ln>
        </p:spPr>
        <p:txBody>
          <a:bodyPr anchorCtr="0" anchor="ctr"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5"/>
          <p:cNvSpPr txBox="1"/>
          <p:nvPr>
            <p:ph idx="1" type="body"/>
          </p:nvPr>
        </p:nvSpPr>
        <p:spPr>
          <a:xfrm>
            <a:off x="457200" y="1600200"/>
            <a:ext cx="3657600" cy="4525963"/>
          </a:xfrm>
          <a:prstGeom prst="rect">
            <a:avLst/>
          </a:prstGeom>
          <a:noFill/>
          <a:ln>
            <a:noFill/>
          </a:ln>
        </p:spPr>
        <p:txBody>
          <a:bodyPr anchorCtr="0" anchor="t" bIns="45700" lIns="91425" spcFirstLastPara="1" rIns="91425" wrap="square" tIns="45700">
            <a:noAutofit/>
          </a:bodyPr>
          <a:lstStyle>
            <a:lvl1pPr indent="-360680" lvl="0" marL="457200" algn="l">
              <a:spcBef>
                <a:spcPts val="520"/>
              </a:spcBef>
              <a:spcAft>
                <a:spcPts val="0"/>
              </a:spcAft>
              <a:buSzPts val="2080"/>
              <a:buChar char="⦿"/>
              <a:defRPr sz="2600"/>
            </a:lvl1pPr>
            <a:lvl2pPr indent="-354330" lvl="1" marL="914400" algn="l">
              <a:spcBef>
                <a:spcPts val="440"/>
              </a:spcBef>
              <a:spcAft>
                <a:spcPts val="0"/>
              </a:spcAft>
              <a:buSzPts val="1980"/>
              <a:buChar char="⚫"/>
              <a:defRPr sz="2200"/>
            </a:lvl2pPr>
            <a:lvl3pPr indent="-336550" lvl="2" marL="1371600" algn="l">
              <a:spcBef>
                <a:spcPts val="400"/>
              </a:spcBef>
              <a:spcAft>
                <a:spcPts val="0"/>
              </a:spcAft>
              <a:buSzPts val="1700"/>
              <a:buChar char="○"/>
              <a:defRPr sz="2000"/>
            </a:lvl3pPr>
            <a:lvl4pPr indent="-331469" lvl="3" marL="1828800" algn="l">
              <a:spcBef>
                <a:spcPts val="360"/>
              </a:spcBef>
              <a:spcAft>
                <a:spcPts val="0"/>
              </a:spcAft>
              <a:buSzPts val="162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 name="Google Shape;36;p55"/>
          <p:cNvSpPr txBox="1"/>
          <p:nvPr>
            <p:ph idx="2" type="body"/>
          </p:nvPr>
        </p:nvSpPr>
        <p:spPr>
          <a:xfrm>
            <a:off x="4267200" y="1600200"/>
            <a:ext cx="3657600" cy="4525963"/>
          </a:xfrm>
          <a:prstGeom prst="rect">
            <a:avLst/>
          </a:prstGeom>
          <a:noFill/>
          <a:ln>
            <a:noFill/>
          </a:ln>
        </p:spPr>
        <p:txBody>
          <a:bodyPr anchorCtr="0" anchor="t" bIns="45700" lIns="91425" spcFirstLastPara="1" rIns="91425" wrap="square" tIns="45700">
            <a:noAutofit/>
          </a:bodyPr>
          <a:lstStyle>
            <a:lvl1pPr indent="-360680" lvl="0" marL="457200" algn="l">
              <a:spcBef>
                <a:spcPts val="520"/>
              </a:spcBef>
              <a:spcAft>
                <a:spcPts val="0"/>
              </a:spcAft>
              <a:buSzPts val="2080"/>
              <a:buChar char="⦿"/>
              <a:defRPr sz="2600"/>
            </a:lvl1pPr>
            <a:lvl2pPr indent="-354330" lvl="1" marL="914400" algn="l">
              <a:spcBef>
                <a:spcPts val="440"/>
              </a:spcBef>
              <a:spcAft>
                <a:spcPts val="0"/>
              </a:spcAft>
              <a:buSzPts val="1980"/>
              <a:buChar char="⚫"/>
              <a:defRPr sz="2200"/>
            </a:lvl2pPr>
            <a:lvl3pPr indent="-336550" lvl="2" marL="1371600" algn="l">
              <a:spcBef>
                <a:spcPts val="400"/>
              </a:spcBef>
              <a:spcAft>
                <a:spcPts val="0"/>
              </a:spcAft>
              <a:buSzPts val="1700"/>
              <a:buChar char="○"/>
              <a:defRPr sz="2000"/>
            </a:lvl3pPr>
            <a:lvl4pPr indent="-331469" lvl="3" marL="1828800" algn="l">
              <a:spcBef>
                <a:spcPts val="360"/>
              </a:spcBef>
              <a:spcAft>
                <a:spcPts val="0"/>
              </a:spcAft>
              <a:buSzPts val="162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7" name="Google Shape;37;p55"/>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5"/>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40" name="Shape 40"/>
        <p:cNvGrpSpPr/>
        <p:nvPr/>
      </p:nvGrpSpPr>
      <p:grpSpPr>
        <a:xfrm>
          <a:off x="0" y="0"/>
          <a:ext cx="0" cy="0"/>
          <a:chOff x="0" y="0"/>
          <a:chExt cx="0" cy="0"/>
        </a:xfrm>
      </p:grpSpPr>
      <p:sp>
        <p:nvSpPr>
          <p:cNvPr id="41" name="Google Shape;41;p56"/>
          <p:cNvSpPr txBox="1"/>
          <p:nvPr>
            <p:ph type="title"/>
          </p:nvPr>
        </p:nvSpPr>
        <p:spPr>
          <a:xfrm rot="5400000">
            <a:off x="4732338" y="2171701"/>
            <a:ext cx="5851525" cy="2057400"/>
          </a:xfrm>
          <a:prstGeom prst="rect">
            <a:avLst/>
          </a:prstGeom>
          <a:noFill/>
          <a:ln>
            <a:noFill/>
          </a:ln>
        </p:spPr>
        <p:txBody>
          <a:bodyPr anchorCtr="0" anchor="ctr"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69" lvl="1" marL="914400" algn="l">
              <a:spcBef>
                <a:spcPts val="360"/>
              </a:spcBef>
              <a:spcAft>
                <a:spcPts val="0"/>
              </a:spcAft>
              <a:buSzPts val="1620"/>
              <a:buChar char="⚫"/>
              <a:defRPr/>
            </a:lvl2pPr>
            <a:lvl3pPr indent="-325755" lvl="2" marL="1371600" algn="l">
              <a:spcBef>
                <a:spcPts val="360"/>
              </a:spcBef>
              <a:spcAft>
                <a:spcPts val="0"/>
              </a:spcAft>
              <a:buSzPts val="1530"/>
              <a:buChar char="○"/>
              <a:defRPr/>
            </a:lvl3pPr>
            <a:lvl4pPr indent="-331469" lvl="3" marL="1828800" algn="l">
              <a:spcBef>
                <a:spcPts val="360"/>
              </a:spcBef>
              <a:spcAft>
                <a:spcPts val="0"/>
              </a:spcAft>
              <a:buSzPts val="162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3" name="Google Shape;43;p56"/>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6"/>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6"/>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46" name="Shape 46"/>
        <p:cNvGrpSpPr/>
        <p:nvPr/>
      </p:nvGrpSpPr>
      <p:grpSpPr>
        <a:xfrm>
          <a:off x="0" y="0"/>
          <a:ext cx="0" cy="0"/>
          <a:chOff x="0" y="0"/>
          <a:chExt cx="0" cy="0"/>
        </a:xfrm>
      </p:grpSpPr>
      <p:sp>
        <p:nvSpPr>
          <p:cNvPr id="47" name="Google Shape;47;p57"/>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7"/>
          <p:cNvSpPr txBox="1"/>
          <p:nvPr>
            <p:ph idx="1" type="body"/>
          </p:nvPr>
        </p:nvSpPr>
        <p:spPr>
          <a:xfrm rot="5400000">
            <a:off x="1928019" y="129381"/>
            <a:ext cx="4525962" cy="7467600"/>
          </a:xfrm>
          <a:prstGeom prst="rect">
            <a:avLst/>
          </a:prstGeom>
          <a:noFill/>
          <a:ln>
            <a:noFill/>
          </a:ln>
        </p:spPr>
        <p:txBody>
          <a:bodyPr anchorCtr="0" anchor="t" bIns="45700" lIns="91425" spcFirstLastPara="1" rIns="91425" wrap="square" tIns="45700">
            <a:noAutofit/>
          </a:bodyPr>
          <a:lstStyle>
            <a:lvl1pPr indent="-320040" lvl="0" marL="457200" algn="l">
              <a:spcBef>
                <a:spcPts val="360"/>
              </a:spcBef>
              <a:spcAft>
                <a:spcPts val="0"/>
              </a:spcAft>
              <a:buSzPts val="1440"/>
              <a:buChar char="⦿"/>
              <a:defRPr/>
            </a:lvl1pPr>
            <a:lvl2pPr indent="-331469" lvl="1" marL="914400" algn="l">
              <a:spcBef>
                <a:spcPts val="360"/>
              </a:spcBef>
              <a:spcAft>
                <a:spcPts val="0"/>
              </a:spcAft>
              <a:buSzPts val="1620"/>
              <a:buChar char="⚫"/>
              <a:defRPr/>
            </a:lvl2pPr>
            <a:lvl3pPr indent="-325755" lvl="2" marL="1371600" algn="l">
              <a:spcBef>
                <a:spcPts val="360"/>
              </a:spcBef>
              <a:spcAft>
                <a:spcPts val="0"/>
              </a:spcAft>
              <a:buSzPts val="1530"/>
              <a:buChar char="○"/>
              <a:defRPr/>
            </a:lvl3pPr>
            <a:lvl4pPr indent="-331469" lvl="3" marL="1828800" algn="l">
              <a:spcBef>
                <a:spcPts val="360"/>
              </a:spcBef>
              <a:spcAft>
                <a:spcPts val="0"/>
              </a:spcAft>
              <a:buSzPts val="162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9" name="Google Shape;49;p57"/>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7"/>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7"/>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2" name="Shape 52"/>
        <p:cNvGrpSpPr/>
        <p:nvPr/>
      </p:nvGrpSpPr>
      <p:grpSpPr>
        <a:xfrm>
          <a:off x="0" y="0"/>
          <a:ext cx="0" cy="0"/>
          <a:chOff x="0" y="0"/>
          <a:chExt cx="0" cy="0"/>
        </a:xfrm>
      </p:grpSpPr>
      <p:sp>
        <p:nvSpPr>
          <p:cNvPr id="53" name="Google Shape;53;p58"/>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8"/>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8"/>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56" name="Shape 56"/>
        <p:cNvGrpSpPr/>
        <p:nvPr/>
      </p:nvGrpSpPr>
      <p:grpSpPr>
        <a:xfrm>
          <a:off x="0" y="0"/>
          <a:ext cx="0" cy="0"/>
          <a:chOff x="0" y="0"/>
          <a:chExt cx="0" cy="0"/>
        </a:xfrm>
      </p:grpSpPr>
      <p:sp>
        <p:nvSpPr>
          <p:cNvPr id="57" name="Google Shape;57;p59"/>
          <p:cNvSpPr txBox="1"/>
          <p:nvPr>
            <p:ph type="title"/>
          </p:nvPr>
        </p:nvSpPr>
        <p:spPr>
          <a:xfrm>
            <a:off x="457200" y="274320"/>
            <a:ext cx="7470648" cy="1143000"/>
          </a:xfrm>
          <a:prstGeom prst="rect">
            <a:avLst/>
          </a:prstGeom>
          <a:noFill/>
          <a:ln>
            <a:noFill/>
          </a:ln>
        </p:spPr>
        <p:txBody>
          <a:bodyPr anchorCtr="0" anchor="ctr" bIns="45700" lIns="45700" spcFirstLastPara="1" rIns="45700" wrap="square" tIns="45700">
            <a:noAutofit/>
          </a:bodyPr>
          <a:lstStyle>
            <a:lvl1pPr lvl="0" algn="l">
              <a:spcBef>
                <a:spcPts val="0"/>
              </a:spcBef>
              <a:spcAft>
                <a:spcPts val="0"/>
              </a:spcAft>
              <a:buSzPts val="1400"/>
              <a:buNone/>
              <a:defRPr sz="4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9"/>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9"/>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9"/>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69" name="Shape 69"/>
        <p:cNvGrpSpPr/>
        <p:nvPr/>
      </p:nvGrpSpPr>
      <p:grpSpPr>
        <a:xfrm>
          <a:off x="0" y="0"/>
          <a:ext cx="0" cy="0"/>
          <a:chOff x="0" y="0"/>
          <a:chExt cx="0" cy="0"/>
        </a:xfrm>
      </p:grpSpPr>
      <p:sp>
        <p:nvSpPr>
          <p:cNvPr id="70" name="Google Shape;70;p61"/>
          <p:cNvSpPr txBox="1"/>
          <p:nvPr>
            <p:ph type="title"/>
          </p:nvPr>
        </p:nvSpPr>
        <p:spPr>
          <a:xfrm>
            <a:off x="685800" y="3583837"/>
            <a:ext cx="6629400" cy="1826363"/>
          </a:xfrm>
          <a:prstGeom prst="rect">
            <a:avLst/>
          </a:prstGeom>
          <a:noFill/>
          <a:ln>
            <a:noFill/>
          </a:ln>
        </p:spPr>
        <p:txBody>
          <a:bodyPr anchorCtr="0" anchor="t" bIns="0" lIns="45700" spcFirstLastPara="1" rIns="45700" wrap="square" tIns="0">
            <a:noAutofit/>
          </a:bodyPr>
          <a:lstStyle>
            <a:lvl1pPr lvl="0" algn="l">
              <a:spcBef>
                <a:spcPts val="0"/>
              </a:spcBef>
              <a:spcAft>
                <a:spcPts val="0"/>
              </a:spcAft>
              <a:buClr>
                <a:srgbClr val="CCE1B5"/>
              </a:buClr>
              <a:buSzPts val="4200"/>
              <a:buFont typeface="Libre Franklin"/>
              <a:buNone/>
              <a:defRPr b="1" sz="4200" cap="none">
                <a:solidFill>
                  <a:srgbClr val="CCE1B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1"/>
          <p:cNvSpPr txBox="1"/>
          <p:nvPr>
            <p:ph idx="1" type="body"/>
          </p:nvPr>
        </p:nvSpPr>
        <p:spPr>
          <a:xfrm>
            <a:off x="685800" y="2485800"/>
            <a:ext cx="6629400" cy="1066688"/>
          </a:xfrm>
          <a:prstGeom prst="rect">
            <a:avLst/>
          </a:prstGeom>
          <a:noFill/>
          <a:ln>
            <a:noFill/>
          </a:ln>
        </p:spPr>
        <p:txBody>
          <a:bodyPr anchorCtr="0" anchor="b" bIns="0" lIns="45700" spcFirstLastPara="1" rIns="45700" wrap="square" tIns="0">
            <a:noAutofit/>
          </a:bodyPr>
          <a:lstStyle>
            <a:lvl1pPr indent="-228600" lvl="0" marL="457200" algn="l">
              <a:spcBef>
                <a:spcPts val="400"/>
              </a:spcBef>
              <a:spcAft>
                <a:spcPts val="0"/>
              </a:spcAft>
              <a:buSzPts val="1600"/>
              <a:buNone/>
              <a:defRPr sz="2000">
                <a:solidFill>
                  <a:schemeClr val="lt1"/>
                </a:solidFill>
              </a:defRPr>
            </a:lvl1pPr>
            <a:lvl2pPr indent="-228600" lvl="1" marL="914400" algn="l">
              <a:spcBef>
                <a:spcPts val="360"/>
              </a:spcBef>
              <a:spcAft>
                <a:spcPts val="0"/>
              </a:spcAft>
              <a:buSzPts val="1620"/>
              <a:buNone/>
              <a:defRPr sz="1800">
                <a:solidFill>
                  <a:schemeClr val="lt1"/>
                </a:solidFill>
              </a:defRPr>
            </a:lvl2pPr>
            <a:lvl3pPr indent="-228600" lvl="2" marL="1371600" algn="l">
              <a:spcBef>
                <a:spcPts val="320"/>
              </a:spcBef>
              <a:spcAft>
                <a:spcPts val="0"/>
              </a:spcAft>
              <a:buSzPts val="1360"/>
              <a:buNone/>
              <a:defRPr sz="1600">
                <a:solidFill>
                  <a:schemeClr val="lt1"/>
                </a:solidFill>
              </a:defRPr>
            </a:lvl3pPr>
            <a:lvl4pPr indent="-228600" lvl="3" marL="1828800" algn="l">
              <a:spcBef>
                <a:spcPts val="280"/>
              </a:spcBef>
              <a:spcAft>
                <a:spcPts val="0"/>
              </a:spcAft>
              <a:buSzPts val="126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p61"/>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1"/>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1"/>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showMasterSp="0" type="twoTxTwoObj">
  <p:cSld name="TWO_OBJECTS_WITH_TEXT">
    <p:spTree>
      <p:nvGrpSpPr>
        <p:cNvPr id="81" name="Shape 81"/>
        <p:cNvGrpSpPr/>
        <p:nvPr/>
      </p:nvGrpSpPr>
      <p:grpSpPr>
        <a:xfrm>
          <a:off x="0" y="0"/>
          <a:ext cx="0" cy="0"/>
          <a:chOff x="0" y="0"/>
          <a:chExt cx="0" cy="0"/>
        </a:xfrm>
      </p:grpSpPr>
      <p:sp>
        <p:nvSpPr>
          <p:cNvPr id="82" name="Google Shape;82;p63"/>
          <p:cNvSpPr txBox="1"/>
          <p:nvPr>
            <p:ph type="title"/>
          </p:nvPr>
        </p:nvSpPr>
        <p:spPr>
          <a:xfrm>
            <a:off x="457200" y="273050"/>
            <a:ext cx="8229600" cy="1143000"/>
          </a:xfrm>
          <a:prstGeom prst="rect">
            <a:avLst/>
          </a:prstGeom>
          <a:noFill/>
          <a:ln>
            <a:noFill/>
          </a:ln>
        </p:spPr>
        <p:txBody>
          <a:bodyPr anchorCtr="0" anchor="ctr"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3"/>
          <p:cNvSpPr txBox="1"/>
          <p:nvPr>
            <p:ph idx="1" type="body"/>
          </p:nvPr>
        </p:nvSpPr>
        <p:spPr>
          <a:xfrm>
            <a:off x="457200" y="5486400"/>
            <a:ext cx="4040188" cy="838200"/>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1920"/>
              <a:buNone/>
              <a:defRPr b="1" sz="2400">
                <a:solidFill>
                  <a:schemeClr val="accent1"/>
                </a:solidFill>
              </a:defRPr>
            </a:lvl1pPr>
            <a:lvl2pPr indent="-228600" lvl="1" marL="914400" algn="l">
              <a:spcBef>
                <a:spcPts val="400"/>
              </a:spcBef>
              <a:spcAft>
                <a:spcPts val="0"/>
              </a:spcAft>
              <a:buSzPts val="1800"/>
              <a:buNone/>
              <a:defRPr b="1" sz="2000"/>
            </a:lvl2pPr>
            <a:lvl3pPr indent="-228600" lvl="2" marL="1371600" algn="l">
              <a:spcBef>
                <a:spcPts val="360"/>
              </a:spcBef>
              <a:spcAft>
                <a:spcPts val="0"/>
              </a:spcAft>
              <a:buSzPts val="1530"/>
              <a:buNone/>
              <a:defRPr b="1" sz="1800"/>
            </a:lvl3pPr>
            <a:lvl4pPr indent="-228600" lvl="3" marL="1828800" algn="l">
              <a:spcBef>
                <a:spcPts val="320"/>
              </a:spcBef>
              <a:spcAft>
                <a:spcPts val="0"/>
              </a:spcAft>
              <a:buSzPts val="144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63"/>
          <p:cNvSpPr txBox="1"/>
          <p:nvPr>
            <p:ph idx="2" type="body"/>
          </p:nvPr>
        </p:nvSpPr>
        <p:spPr>
          <a:xfrm>
            <a:off x="4645025" y="5486400"/>
            <a:ext cx="4041775" cy="838200"/>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1920"/>
              <a:buNone/>
              <a:defRPr b="1" sz="2400">
                <a:solidFill>
                  <a:schemeClr val="accent1"/>
                </a:solidFill>
              </a:defRPr>
            </a:lvl1pPr>
            <a:lvl2pPr indent="-228600" lvl="1" marL="914400" algn="l">
              <a:spcBef>
                <a:spcPts val="400"/>
              </a:spcBef>
              <a:spcAft>
                <a:spcPts val="0"/>
              </a:spcAft>
              <a:buSzPts val="1800"/>
              <a:buNone/>
              <a:defRPr b="1" sz="2000"/>
            </a:lvl2pPr>
            <a:lvl3pPr indent="-228600" lvl="2" marL="1371600" algn="l">
              <a:spcBef>
                <a:spcPts val="360"/>
              </a:spcBef>
              <a:spcAft>
                <a:spcPts val="0"/>
              </a:spcAft>
              <a:buSzPts val="1530"/>
              <a:buNone/>
              <a:defRPr b="1" sz="1800"/>
            </a:lvl3pPr>
            <a:lvl4pPr indent="-228600" lvl="3" marL="1828800" algn="l">
              <a:spcBef>
                <a:spcPts val="320"/>
              </a:spcBef>
              <a:spcAft>
                <a:spcPts val="0"/>
              </a:spcAft>
              <a:buSzPts val="144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5" name="Google Shape;85;p63"/>
          <p:cNvSpPr txBox="1"/>
          <p:nvPr>
            <p:ph idx="3" type="body"/>
          </p:nvPr>
        </p:nvSpPr>
        <p:spPr>
          <a:xfrm>
            <a:off x="457200" y="1516912"/>
            <a:ext cx="4040188" cy="3941763"/>
          </a:xfrm>
          <a:prstGeom prst="rect">
            <a:avLst/>
          </a:prstGeom>
          <a:noFill/>
          <a:ln>
            <a:noFill/>
          </a:ln>
        </p:spPr>
        <p:txBody>
          <a:bodyPr anchorCtr="0" anchor="t" bIns="45700" lIns="91425" spcFirstLastPara="1" rIns="91425" wrap="square" tIns="45700">
            <a:noAutofit/>
          </a:bodyPr>
          <a:lstStyle>
            <a:lvl1pPr indent="-350520" lvl="0" marL="457200" algn="l">
              <a:spcBef>
                <a:spcPts val="480"/>
              </a:spcBef>
              <a:spcAft>
                <a:spcPts val="0"/>
              </a:spcAft>
              <a:buSzPts val="1920"/>
              <a:buChar char="⦿"/>
              <a:defRPr sz="2400"/>
            </a:lvl1pPr>
            <a:lvl2pPr indent="-342900" lvl="1" marL="914400" algn="l">
              <a:spcBef>
                <a:spcPts val="400"/>
              </a:spcBef>
              <a:spcAft>
                <a:spcPts val="0"/>
              </a:spcAft>
              <a:buSzPts val="1800"/>
              <a:buChar char="⚫"/>
              <a:defRPr sz="2000"/>
            </a:lvl2pPr>
            <a:lvl3pPr indent="-325755" lvl="2" marL="1371600" algn="l">
              <a:spcBef>
                <a:spcPts val="360"/>
              </a:spcBef>
              <a:spcAft>
                <a:spcPts val="0"/>
              </a:spcAft>
              <a:buSzPts val="1530"/>
              <a:buChar char="○"/>
              <a:defRPr sz="1800"/>
            </a:lvl3pPr>
            <a:lvl4pPr indent="-320039" lvl="3" marL="1828800" algn="l">
              <a:spcBef>
                <a:spcPts val="320"/>
              </a:spcBef>
              <a:spcAft>
                <a:spcPts val="0"/>
              </a:spcAft>
              <a:buSzPts val="144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63"/>
          <p:cNvSpPr txBox="1"/>
          <p:nvPr>
            <p:ph idx="4" type="body"/>
          </p:nvPr>
        </p:nvSpPr>
        <p:spPr>
          <a:xfrm>
            <a:off x="4645025" y="1516912"/>
            <a:ext cx="4041775" cy="3941763"/>
          </a:xfrm>
          <a:prstGeom prst="rect">
            <a:avLst/>
          </a:prstGeom>
          <a:noFill/>
          <a:ln>
            <a:noFill/>
          </a:ln>
        </p:spPr>
        <p:txBody>
          <a:bodyPr anchorCtr="0" anchor="t" bIns="45700" lIns="91425" spcFirstLastPara="1" rIns="91425" wrap="square" tIns="45700">
            <a:noAutofit/>
          </a:bodyPr>
          <a:lstStyle>
            <a:lvl1pPr indent="-350520" lvl="0" marL="457200" algn="l">
              <a:spcBef>
                <a:spcPts val="480"/>
              </a:spcBef>
              <a:spcAft>
                <a:spcPts val="0"/>
              </a:spcAft>
              <a:buSzPts val="1920"/>
              <a:buChar char="⦿"/>
              <a:defRPr sz="2400"/>
            </a:lvl1pPr>
            <a:lvl2pPr indent="-342900" lvl="1" marL="914400" algn="l">
              <a:spcBef>
                <a:spcPts val="400"/>
              </a:spcBef>
              <a:spcAft>
                <a:spcPts val="0"/>
              </a:spcAft>
              <a:buSzPts val="1800"/>
              <a:buChar char="⚫"/>
              <a:defRPr sz="2000"/>
            </a:lvl2pPr>
            <a:lvl3pPr indent="-325755" lvl="2" marL="1371600" algn="l">
              <a:spcBef>
                <a:spcPts val="360"/>
              </a:spcBef>
              <a:spcAft>
                <a:spcPts val="0"/>
              </a:spcAft>
              <a:buSzPts val="1530"/>
              <a:buChar char="○"/>
              <a:defRPr sz="1800"/>
            </a:lvl3pPr>
            <a:lvl4pPr indent="-320039" lvl="3" marL="1828800" algn="l">
              <a:spcBef>
                <a:spcPts val="320"/>
              </a:spcBef>
              <a:spcAft>
                <a:spcPts val="0"/>
              </a:spcAft>
              <a:buSzPts val="144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63"/>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3"/>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3"/>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98" name="Shape 98"/>
        <p:cNvGrpSpPr/>
        <p:nvPr/>
      </p:nvGrpSpPr>
      <p:grpSpPr>
        <a:xfrm>
          <a:off x="0" y="0"/>
          <a:ext cx="0" cy="0"/>
          <a:chOff x="0" y="0"/>
          <a:chExt cx="0" cy="0"/>
        </a:xfrm>
      </p:grpSpPr>
      <p:sp>
        <p:nvSpPr>
          <p:cNvPr id="99" name="Google Shape;99;p65"/>
          <p:cNvSpPr txBox="1"/>
          <p:nvPr>
            <p:ph type="title"/>
          </p:nvPr>
        </p:nvSpPr>
        <p:spPr>
          <a:xfrm>
            <a:off x="457200" y="1185528"/>
            <a:ext cx="3200400" cy="730250"/>
          </a:xfrm>
          <a:prstGeom prst="rect">
            <a:avLst/>
          </a:prstGeom>
          <a:noFill/>
          <a:ln>
            <a:noFill/>
          </a:ln>
        </p:spPr>
        <p:txBody>
          <a:bodyPr anchorCtr="0" anchor="t" bIns="0" lIns="45700" spcFirstLastPara="1" rIns="45700" wrap="square" tIns="0">
            <a:noAutofit/>
          </a:bodyPr>
          <a:lstStyle>
            <a:lvl1pPr lvl="0" algn="l">
              <a:spcBef>
                <a:spcPts val="0"/>
              </a:spcBef>
              <a:spcAft>
                <a:spcPts val="0"/>
              </a:spcAft>
              <a:buClr>
                <a:schemeClr val="accent1"/>
              </a:buClr>
              <a:buSzPts val="1800"/>
              <a:buFont typeface="Libre Franklin"/>
              <a:buNone/>
              <a:defRPr b="1" sz="18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65"/>
          <p:cNvSpPr txBox="1"/>
          <p:nvPr>
            <p:ph idx="1" type="body"/>
          </p:nvPr>
        </p:nvSpPr>
        <p:spPr>
          <a:xfrm>
            <a:off x="457200" y="214424"/>
            <a:ext cx="2743200" cy="914400"/>
          </a:xfrm>
          <a:prstGeom prst="rect">
            <a:avLst/>
          </a:prstGeom>
          <a:noFill/>
          <a:ln>
            <a:noFill/>
          </a:ln>
        </p:spPr>
        <p:txBody>
          <a:bodyPr anchorCtr="0" anchor="b" bIns="0" lIns="45700" spcFirstLastPara="1" rIns="45700" wrap="square" tIns="0">
            <a:noAutofit/>
          </a:bodyPr>
          <a:lstStyle>
            <a:lvl1pPr indent="-228600" lvl="0" marL="457200" algn="l">
              <a:spcBef>
                <a:spcPts val="280"/>
              </a:spcBef>
              <a:spcAft>
                <a:spcPts val="0"/>
              </a:spcAft>
              <a:buSzPts val="1120"/>
              <a:buNone/>
              <a:defRPr sz="1400"/>
            </a:lvl1pPr>
            <a:lvl2pPr indent="-228600" lvl="1" marL="914400" algn="l">
              <a:spcBef>
                <a:spcPts val="240"/>
              </a:spcBef>
              <a:spcAft>
                <a:spcPts val="0"/>
              </a:spcAft>
              <a:buSzPts val="1080"/>
              <a:buNone/>
              <a:defRPr sz="1200"/>
            </a:lvl2pPr>
            <a:lvl3pPr indent="-228600" lvl="2" marL="1371600" algn="l">
              <a:spcBef>
                <a:spcPts val="200"/>
              </a:spcBef>
              <a:spcAft>
                <a:spcPts val="0"/>
              </a:spcAft>
              <a:buSzPts val="850"/>
              <a:buNone/>
              <a:defRPr sz="1000"/>
            </a:lvl3pPr>
            <a:lvl4pPr indent="-228600" lvl="3" marL="1828800" algn="l">
              <a:spcBef>
                <a:spcPts val="180"/>
              </a:spcBef>
              <a:spcAft>
                <a:spcPts val="0"/>
              </a:spcAft>
              <a:buSzPts val="810"/>
              <a:buNone/>
              <a:defRPr sz="900"/>
            </a:lvl4pPr>
            <a:lvl5pPr indent="-228600" lvl="4" marL="2286000" algn="l">
              <a:spcBef>
                <a:spcPts val="180"/>
              </a:spcBef>
              <a:spcAft>
                <a:spcPts val="0"/>
              </a:spcAft>
              <a:buSzPts val="900"/>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65"/>
          <p:cNvSpPr txBox="1"/>
          <p:nvPr>
            <p:ph idx="2" type="body"/>
          </p:nvPr>
        </p:nvSpPr>
        <p:spPr>
          <a:xfrm>
            <a:off x="457200" y="1981200"/>
            <a:ext cx="7086600" cy="3810000"/>
          </a:xfrm>
          <a:prstGeom prst="rect">
            <a:avLst/>
          </a:prstGeom>
          <a:noFill/>
          <a:ln>
            <a:noFill/>
          </a:ln>
        </p:spPr>
        <p:txBody>
          <a:bodyPr anchorCtr="0" anchor="t" bIns="45700" lIns="91425" spcFirstLastPara="1" rIns="91425" wrap="square" tIns="45700">
            <a:noAutofit/>
          </a:bodyPr>
          <a:lstStyle>
            <a:lvl1pPr indent="-370840" lvl="0" marL="457200" algn="l">
              <a:spcBef>
                <a:spcPts val="560"/>
              </a:spcBef>
              <a:spcAft>
                <a:spcPts val="0"/>
              </a:spcAft>
              <a:buSzPts val="2240"/>
              <a:buChar char="⦿"/>
              <a:defRPr sz="2800"/>
            </a:lvl1pPr>
            <a:lvl2pPr indent="-365760" lvl="1" marL="914400" algn="l">
              <a:spcBef>
                <a:spcPts val="480"/>
              </a:spcBef>
              <a:spcAft>
                <a:spcPts val="0"/>
              </a:spcAft>
              <a:buSzPts val="2160"/>
              <a:buChar char="⚫"/>
              <a:defRPr sz="2400"/>
            </a:lvl2pPr>
            <a:lvl3pPr indent="-347344" lvl="2" marL="1371600" algn="l">
              <a:spcBef>
                <a:spcPts val="440"/>
              </a:spcBef>
              <a:spcAft>
                <a:spcPts val="0"/>
              </a:spcAft>
              <a:buSzPts val="1870"/>
              <a:buChar char="○"/>
              <a:defRPr sz="2200"/>
            </a:lvl3pPr>
            <a:lvl4pPr indent="-342900" lvl="3" marL="1828800" algn="l">
              <a:spcBef>
                <a:spcPts val="400"/>
              </a:spcBef>
              <a:spcAft>
                <a:spcPts val="0"/>
              </a:spcAft>
              <a:buSzPts val="1800"/>
              <a:buChar char="⚫"/>
              <a:defRPr sz="2000"/>
            </a:lvl4pPr>
            <a:lvl5pPr indent="-355600" lvl="4" marL="2286000" algn="l">
              <a:spcBef>
                <a:spcPts val="400"/>
              </a:spcBef>
              <a:spcAft>
                <a:spcPts val="0"/>
              </a:spcAft>
              <a:buSzPts val="2000"/>
              <a:buChar char="-"/>
              <a:defRPr sz="20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2" name="Google Shape;102;p65"/>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65"/>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65"/>
          <p:cNvSpPr txBox="1"/>
          <p:nvPr>
            <p:ph idx="12" type="sldNum"/>
          </p:nvPr>
        </p:nvSpPr>
        <p:spPr>
          <a:xfrm>
            <a:off x="8156575"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111" name="Shape 111"/>
        <p:cNvGrpSpPr/>
        <p:nvPr/>
      </p:nvGrpSpPr>
      <p:grpSpPr>
        <a:xfrm>
          <a:off x="0" y="0"/>
          <a:ext cx="0" cy="0"/>
          <a:chOff x="0" y="0"/>
          <a:chExt cx="0" cy="0"/>
        </a:xfrm>
      </p:grpSpPr>
      <p:sp>
        <p:nvSpPr>
          <p:cNvPr id="112" name="Google Shape;112;p67"/>
          <p:cNvSpPr txBox="1"/>
          <p:nvPr>
            <p:ph type="title"/>
          </p:nvPr>
        </p:nvSpPr>
        <p:spPr>
          <a:xfrm>
            <a:off x="5556732" y="1705709"/>
            <a:ext cx="3053868" cy="1253808"/>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accent1"/>
              </a:buClr>
              <a:buSzPts val="2200"/>
              <a:buFont typeface="Libre Franklin"/>
              <a:buNone/>
              <a:defRPr b="1" sz="2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67"/>
          <p:cNvSpPr/>
          <p:nvPr>
            <p:ph idx="2" type="pic"/>
          </p:nvPr>
        </p:nvSpPr>
        <p:spPr>
          <a:xfrm>
            <a:off x="1065628" y="1019907"/>
            <a:ext cx="4114800" cy="4114800"/>
          </a:xfrm>
          <a:prstGeom prst="ellipse">
            <a:avLst/>
          </a:prstGeom>
          <a:solidFill>
            <a:srgbClr val="31381B"/>
          </a:solidFill>
          <a:ln cap="flat" cmpd="sng" w="50800">
            <a:solidFill>
              <a:schemeClr val="dk2"/>
            </a:solidFill>
            <a:prstDash val="solid"/>
            <a:miter lim="800000"/>
            <a:headEnd len="sm" w="sm" type="none"/>
            <a:tailEnd len="sm" w="sm" type="none"/>
          </a:ln>
          <a:effectLst>
            <a:outerShdw blurRad="152000" sx="-80000" rotWithShape="0" dir="5400000" dist="345000" sy="-18000">
              <a:srgbClr val="000000">
                <a:alpha val="24705"/>
              </a:srgbClr>
            </a:outerShdw>
          </a:effectLst>
        </p:spPr>
      </p:sp>
      <p:sp>
        <p:nvSpPr>
          <p:cNvPr id="114" name="Google Shape;114;p67"/>
          <p:cNvSpPr txBox="1"/>
          <p:nvPr>
            <p:ph idx="1" type="body"/>
          </p:nvPr>
        </p:nvSpPr>
        <p:spPr>
          <a:xfrm>
            <a:off x="5556734" y="2998765"/>
            <a:ext cx="3053866" cy="2663482"/>
          </a:xfrm>
          <a:prstGeom prst="rect">
            <a:avLst/>
          </a:prstGeom>
          <a:noFill/>
          <a:ln>
            <a:noFill/>
          </a:ln>
        </p:spPr>
        <p:txBody>
          <a:bodyPr anchorCtr="0" anchor="t" bIns="45700" lIns="45700" spcFirstLastPara="1" rIns="45700" wrap="square" tIns="45700">
            <a:noAutofit/>
          </a:bodyPr>
          <a:lstStyle>
            <a:lvl1pPr indent="-228600" lvl="0" marL="457200" algn="l">
              <a:spcBef>
                <a:spcPts val="240"/>
              </a:spcBef>
              <a:spcAft>
                <a:spcPts val="0"/>
              </a:spcAft>
              <a:buSzPts val="960"/>
              <a:buFont typeface="Arial"/>
              <a:buNone/>
              <a:defRPr sz="1200"/>
            </a:lvl1pPr>
            <a:lvl2pPr indent="-228600" lvl="1" marL="914400" algn="l">
              <a:spcBef>
                <a:spcPts val="240"/>
              </a:spcBef>
              <a:spcAft>
                <a:spcPts val="0"/>
              </a:spcAft>
              <a:buSzPts val="1080"/>
              <a:buFont typeface="Arial"/>
              <a:buNone/>
              <a:defRPr sz="1200"/>
            </a:lvl2pPr>
            <a:lvl3pPr indent="-228600" lvl="2" marL="1371600" algn="l">
              <a:spcBef>
                <a:spcPts val="200"/>
              </a:spcBef>
              <a:spcAft>
                <a:spcPts val="0"/>
              </a:spcAft>
              <a:buSzPts val="850"/>
              <a:buFont typeface="Arial"/>
              <a:buNone/>
              <a:defRPr sz="1000"/>
            </a:lvl3pPr>
            <a:lvl4pPr indent="-228600" lvl="3" marL="1828800" algn="l">
              <a:spcBef>
                <a:spcPts val="180"/>
              </a:spcBef>
              <a:spcAft>
                <a:spcPts val="0"/>
              </a:spcAft>
              <a:buSzPts val="810"/>
              <a:buFont typeface="Arial"/>
              <a:buNone/>
              <a:defRPr sz="900"/>
            </a:lvl4pPr>
            <a:lvl5pPr indent="-228600" lvl="4" marL="2286000" algn="l">
              <a:spcBef>
                <a:spcPts val="180"/>
              </a:spcBef>
              <a:spcAft>
                <a:spcPts val="0"/>
              </a:spcAft>
              <a:buSzPts val="900"/>
              <a:buFont typeface="Arial"/>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5" name="Google Shape;115;p67"/>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7"/>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7"/>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E370F"/>
            </a:gs>
            <a:gs pos="30000">
              <a:srgbClr val="394314"/>
            </a:gs>
            <a:gs pos="100000">
              <a:srgbClr val="838B71"/>
            </a:gs>
          </a:gsLst>
          <a:lin ang="12960000" scaled="0"/>
        </a:gradFill>
      </p:bgPr>
    </p:bg>
    <p:spTree>
      <p:nvGrpSpPr>
        <p:cNvPr id="5" name="Shape 5"/>
        <p:cNvGrpSpPr/>
        <p:nvPr/>
      </p:nvGrpSpPr>
      <p:grpSpPr>
        <a:xfrm>
          <a:off x="0" y="0"/>
          <a:ext cx="0" cy="0"/>
          <a:chOff x="0" y="0"/>
          <a:chExt cx="0" cy="0"/>
        </a:xfrm>
      </p:grpSpPr>
      <p:sp>
        <p:nvSpPr>
          <p:cNvPr id="6" name="Google Shape;6;p51"/>
          <p:cNvSpPr/>
          <p:nvPr/>
        </p:nvSpPr>
        <p:spPr>
          <a:xfrm>
            <a:off x="0" y="4751387"/>
            <a:ext cx="9144000" cy="2112962"/>
          </a:xfrm>
          <a:custGeom>
            <a:rect b="b" l="l" r="r" t="t"/>
            <a:pathLst>
              <a:path extrusionOk="0" h="1331" w="5760">
                <a:moveTo>
                  <a:pt x="0" y="1066"/>
                </a:moveTo>
                <a:lnTo>
                  <a:pt x="0" y="1331"/>
                </a:lnTo>
                <a:lnTo>
                  <a:pt x="5760" y="1331"/>
                </a:lnTo>
                <a:lnTo>
                  <a:pt x="5760" y="0"/>
                </a:lnTo>
                <a:cubicBezTo>
                  <a:pt x="3220" y="1206"/>
                  <a:pt x="2250" y="1146"/>
                  <a:pt x="0" y="1066"/>
                </a:cubicBezTo>
                <a:close/>
              </a:path>
            </a:pathLst>
          </a:custGeom>
          <a:solidFill>
            <a:srgbClr val="7C7C7C">
              <a:alpha val="44705"/>
            </a:srgbClr>
          </a:solidFill>
          <a:ln>
            <a:noFill/>
          </a:ln>
          <a:effectLst>
            <a:outerShdw blurRad="63500" dir="16200000" dist="4445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7" name="Google Shape;7;p51"/>
          <p:cNvSpPr/>
          <p:nvPr/>
        </p:nvSpPr>
        <p:spPr>
          <a:xfrm>
            <a:off x="6105525" y="0"/>
            <a:ext cx="3038475" cy="6858000"/>
          </a:xfrm>
          <a:custGeom>
            <a:rect b="b" l="l" r="r" t="t"/>
            <a:pathLst>
              <a:path extrusionOk="0" h="4329" w="1914">
                <a:moveTo>
                  <a:pt x="1914" y="9"/>
                </a:moveTo>
                <a:lnTo>
                  <a:pt x="1914" y="4329"/>
                </a:lnTo>
                <a:lnTo>
                  <a:pt x="204" y="4327"/>
                </a:lnTo>
                <a:cubicBezTo>
                  <a:pt x="1288" y="3574"/>
                  <a:pt x="1608" y="1590"/>
                  <a:pt x="0" y="0"/>
                </a:cubicBezTo>
                <a:lnTo>
                  <a:pt x="1914" y="9"/>
                </a:lnTo>
                <a:close/>
              </a:path>
            </a:pathLst>
          </a:custGeom>
          <a:solidFill>
            <a:srgbClr val="595959">
              <a:alpha val="39607"/>
            </a:srgbClr>
          </a:solidFill>
          <a:ln>
            <a:noFill/>
          </a:ln>
          <a:effectLst>
            <a:outerShdw blurRad="63500" dir="10800000" dist="50800">
              <a:srgbClr val="000000">
                <a:alpha val="4470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8" name="Google Shape;8;p51"/>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1pPr>
            <a:lvl2pPr lvl="1"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9pPr>
          </a:lstStyle>
          <a:p/>
        </p:txBody>
      </p:sp>
      <p:sp>
        <p:nvSpPr>
          <p:cNvPr id="9" name="Google Shape;9;p51"/>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77190" lvl="1" marL="914400" marR="0" rtl="0" algn="l">
              <a:spcBef>
                <a:spcPts val="520"/>
              </a:spcBef>
              <a:spcAft>
                <a:spcPts val="0"/>
              </a:spcAft>
              <a:buClr>
                <a:schemeClr val="accent1"/>
              </a:buClr>
              <a:buSzPts val="2340"/>
              <a:buFont typeface="Noto Sans Symbols"/>
              <a:buChar char="⚫"/>
              <a:defRPr b="0" i="0" sz="2600" u="none" cap="none" strike="noStrike">
                <a:solidFill>
                  <a:schemeClr val="lt1"/>
                </a:solidFill>
                <a:latin typeface="Arial"/>
                <a:ea typeface="Arial"/>
                <a:cs typeface="Arial"/>
                <a:sym typeface="Arial"/>
              </a:defRPr>
            </a:lvl2pPr>
            <a:lvl3pPr indent="-358139" lvl="2" marL="1371600" marR="0" rtl="0" algn="l">
              <a:spcBef>
                <a:spcPts val="480"/>
              </a:spcBef>
              <a:spcAft>
                <a:spcPts val="0"/>
              </a:spcAft>
              <a:buClr>
                <a:schemeClr val="accent2"/>
              </a:buClr>
              <a:buSzPts val="2040"/>
              <a:buFont typeface="Arial"/>
              <a:buChar char="○"/>
              <a:defRPr b="0" i="0" sz="2400" u="none" cap="none" strike="noStrike">
                <a:solidFill>
                  <a:schemeClr val="lt1"/>
                </a:solidFill>
                <a:latin typeface="Arial"/>
                <a:ea typeface="Arial"/>
                <a:cs typeface="Arial"/>
                <a:sym typeface="Arial"/>
              </a:defRPr>
            </a:lvl3pPr>
            <a:lvl4pPr indent="-342900" lvl="3" marL="1828800" marR="0" rtl="0" algn="l">
              <a:spcBef>
                <a:spcPts val="400"/>
              </a:spcBef>
              <a:spcAft>
                <a:spcPts val="0"/>
              </a:spcAft>
              <a:buClr>
                <a:srgbClr val="E7BC29"/>
              </a:buClr>
              <a:buSzPts val="1800"/>
              <a:buFont typeface="Noto Sans Symbol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rgbClr val="D092A7"/>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accent5"/>
              </a:buClr>
              <a:buSzPts val="2000"/>
              <a:buFont typeface="Arial"/>
              <a:buChar char="-"/>
              <a:defRPr b="0" i="0" sz="2000" u="none" cap="none" strike="noStrike">
                <a:solidFill>
                  <a:schemeClr val="lt1"/>
                </a:solidFill>
                <a:latin typeface="Arial"/>
                <a:ea typeface="Arial"/>
                <a:cs typeface="Arial"/>
                <a:sym typeface="Arial"/>
              </a:defRPr>
            </a:lvl6pPr>
            <a:lvl7pPr indent="-342900" lvl="6" marL="3200400" marR="0" rtl="0" algn="l">
              <a:spcBef>
                <a:spcPts val="36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10" name="Google Shape;10;p51"/>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11" name="Google Shape;11;p51"/>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12" name="Google Shape;12;p51"/>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9" name="Shape 19"/>
        <p:cNvGrpSpPr/>
        <p:nvPr/>
      </p:nvGrpSpPr>
      <p:grpSpPr>
        <a:xfrm>
          <a:off x="0" y="0"/>
          <a:ext cx="0" cy="0"/>
          <a:chOff x="0" y="0"/>
          <a:chExt cx="0" cy="0"/>
        </a:xfrm>
      </p:grpSpPr>
      <p:sp>
        <p:nvSpPr>
          <p:cNvPr id="20" name="Google Shape;20;p53"/>
          <p:cNvSpPr/>
          <p:nvPr/>
        </p:nvSpPr>
        <p:spPr>
          <a:xfrm>
            <a:off x="0" y="4751387"/>
            <a:ext cx="9144000" cy="2112962"/>
          </a:xfrm>
          <a:custGeom>
            <a:rect b="b" l="l" r="r" t="t"/>
            <a:pathLst>
              <a:path extrusionOk="0" h="1331" w="5760">
                <a:moveTo>
                  <a:pt x="0" y="1066"/>
                </a:moveTo>
                <a:lnTo>
                  <a:pt x="0" y="1331"/>
                </a:lnTo>
                <a:lnTo>
                  <a:pt x="5760" y="1331"/>
                </a:lnTo>
                <a:lnTo>
                  <a:pt x="5760" y="0"/>
                </a:lnTo>
                <a:cubicBezTo>
                  <a:pt x="3220" y="1206"/>
                  <a:pt x="2250" y="1146"/>
                  <a:pt x="0" y="1066"/>
                </a:cubicBezTo>
                <a:close/>
              </a:path>
            </a:pathLst>
          </a:custGeom>
          <a:solidFill>
            <a:srgbClr val="7C7C7C">
              <a:alpha val="44705"/>
            </a:srgbClr>
          </a:solidFill>
          <a:ln>
            <a:noFill/>
          </a:ln>
          <a:effectLst>
            <a:outerShdw blurRad="63500" dir="16200000" dist="4445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21" name="Google Shape;21;p53"/>
          <p:cNvSpPr/>
          <p:nvPr/>
        </p:nvSpPr>
        <p:spPr>
          <a:xfrm>
            <a:off x="7315200" y="0"/>
            <a:ext cx="1828800" cy="6858000"/>
          </a:xfrm>
          <a:custGeom>
            <a:rect b="b" l="l" r="r" t="t"/>
            <a:pathLst>
              <a:path extrusionOk="0" h="4329" w="1914">
                <a:moveTo>
                  <a:pt x="1914" y="9"/>
                </a:moveTo>
                <a:lnTo>
                  <a:pt x="1914" y="4329"/>
                </a:lnTo>
                <a:lnTo>
                  <a:pt x="204" y="4327"/>
                </a:lnTo>
                <a:cubicBezTo>
                  <a:pt x="1288" y="3574"/>
                  <a:pt x="2082" y="1734"/>
                  <a:pt x="0" y="0"/>
                </a:cubicBezTo>
                <a:lnTo>
                  <a:pt x="1914" y="9"/>
                </a:lnTo>
                <a:close/>
              </a:path>
            </a:pathLst>
          </a:custGeom>
          <a:solidFill>
            <a:srgbClr val="595959">
              <a:alpha val="39607"/>
            </a:srgbClr>
          </a:solidFill>
          <a:ln>
            <a:noFill/>
          </a:ln>
          <a:effectLst>
            <a:outerShdw blurRad="63500" dir="10800000" dist="50800">
              <a:srgbClr val="000000">
                <a:alpha val="4470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22" name="Google Shape;22;p53"/>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1pPr>
            <a:lvl2pPr lvl="1"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9pPr>
          </a:lstStyle>
          <a:p/>
        </p:txBody>
      </p:sp>
      <p:sp>
        <p:nvSpPr>
          <p:cNvPr id="23" name="Google Shape;23;p53"/>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77190" lvl="1" marL="914400" marR="0" rtl="0" algn="l">
              <a:spcBef>
                <a:spcPts val="520"/>
              </a:spcBef>
              <a:spcAft>
                <a:spcPts val="0"/>
              </a:spcAft>
              <a:buClr>
                <a:schemeClr val="accent1"/>
              </a:buClr>
              <a:buSzPts val="2340"/>
              <a:buFont typeface="Noto Sans Symbols"/>
              <a:buChar char="⚫"/>
              <a:defRPr b="0" i="0" sz="2600" u="none" cap="none" strike="noStrike">
                <a:solidFill>
                  <a:schemeClr val="lt1"/>
                </a:solidFill>
                <a:latin typeface="Arial"/>
                <a:ea typeface="Arial"/>
                <a:cs typeface="Arial"/>
                <a:sym typeface="Arial"/>
              </a:defRPr>
            </a:lvl2pPr>
            <a:lvl3pPr indent="-358139" lvl="2" marL="1371600" marR="0" rtl="0" algn="l">
              <a:spcBef>
                <a:spcPts val="480"/>
              </a:spcBef>
              <a:spcAft>
                <a:spcPts val="0"/>
              </a:spcAft>
              <a:buClr>
                <a:schemeClr val="accent2"/>
              </a:buClr>
              <a:buSzPts val="2040"/>
              <a:buFont typeface="Arial"/>
              <a:buChar char="○"/>
              <a:defRPr b="0" i="0" sz="2400" u="none" cap="none" strike="noStrike">
                <a:solidFill>
                  <a:schemeClr val="lt1"/>
                </a:solidFill>
                <a:latin typeface="Arial"/>
                <a:ea typeface="Arial"/>
                <a:cs typeface="Arial"/>
                <a:sym typeface="Arial"/>
              </a:defRPr>
            </a:lvl3pPr>
            <a:lvl4pPr indent="-342900" lvl="3" marL="1828800" marR="0" rtl="0" algn="l">
              <a:spcBef>
                <a:spcPts val="400"/>
              </a:spcBef>
              <a:spcAft>
                <a:spcPts val="0"/>
              </a:spcAft>
              <a:buClr>
                <a:srgbClr val="E7BC29"/>
              </a:buClr>
              <a:buSzPts val="1800"/>
              <a:buFont typeface="Noto Sans Symbol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rgbClr val="D092A7"/>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accent5"/>
              </a:buClr>
              <a:buSzPts val="2000"/>
              <a:buFont typeface="Arial"/>
              <a:buChar char="-"/>
              <a:defRPr b="0" i="0" sz="2000" u="none" cap="none" strike="noStrike">
                <a:solidFill>
                  <a:schemeClr val="lt1"/>
                </a:solidFill>
                <a:latin typeface="Arial"/>
                <a:ea typeface="Arial"/>
                <a:cs typeface="Arial"/>
                <a:sym typeface="Arial"/>
              </a:defRPr>
            </a:lvl6pPr>
            <a:lvl7pPr indent="-342900" lvl="6" marL="3200400" marR="0" rtl="0" algn="l">
              <a:spcBef>
                <a:spcPts val="36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24" name="Google Shape;24;p53"/>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25" name="Google Shape;25;p53"/>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26" name="Google Shape;26;p53"/>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E370F"/>
            </a:gs>
            <a:gs pos="30000">
              <a:srgbClr val="394314"/>
            </a:gs>
            <a:gs pos="100000">
              <a:srgbClr val="838B71"/>
            </a:gs>
          </a:gsLst>
          <a:lin ang="12960000" scaled="0"/>
        </a:gradFill>
      </p:bgPr>
    </p:bg>
    <p:spTree>
      <p:nvGrpSpPr>
        <p:cNvPr id="61" name="Shape 61"/>
        <p:cNvGrpSpPr/>
        <p:nvPr/>
      </p:nvGrpSpPr>
      <p:grpSpPr>
        <a:xfrm>
          <a:off x="0" y="0"/>
          <a:ext cx="0" cy="0"/>
          <a:chOff x="0" y="0"/>
          <a:chExt cx="0" cy="0"/>
        </a:xfrm>
      </p:grpSpPr>
      <p:sp>
        <p:nvSpPr>
          <p:cNvPr id="62" name="Google Shape;62;p60"/>
          <p:cNvSpPr/>
          <p:nvPr/>
        </p:nvSpPr>
        <p:spPr>
          <a:xfrm>
            <a:off x="0" y="4751387"/>
            <a:ext cx="9144000" cy="2112962"/>
          </a:xfrm>
          <a:custGeom>
            <a:rect b="b" l="l" r="r" t="t"/>
            <a:pathLst>
              <a:path extrusionOk="0" h="1331" w="5760">
                <a:moveTo>
                  <a:pt x="0" y="1066"/>
                </a:moveTo>
                <a:lnTo>
                  <a:pt x="0" y="1331"/>
                </a:lnTo>
                <a:lnTo>
                  <a:pt x="5760" y="1331"/>
                </a:lnTo>
                <a:lnTo>
                  <a:pt x="5760" y="0"/>
                </a:lnTo>
                <a:cubicBezTo>
                  <a:pt x="3220" y="1206"/>
                  <a:pt x="2250" y="1146"/>
                  <a:pt x="0" y="1066"/>
                </a:cubicBezTo>
                <a:close/>
              </a:path>
            </a:pathLst>
          </a:custGeom>
          <a:solidFill>
            <a:srgbClr val="7C7C7C">
              <a:alpha val="44705"/>
            </a:srgbClr>
          </a:solidFill>
          <a:ln>
            <a:noFill/>
          </a:ln>
          <a:effectLst>
            <a:outerShdw blurRad="63500" dir="16200000" dist="4445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63" name="Google Shape;63;p60"/>
          <p:cNvSpPr/>
          <p:nvPr/>
        </p:nvSpPr>
        <p:spPr>
          <a:xfrm>
            <a:off x="6105525" y="0"/>
            <a:ext cx="3038475" cy="6858000"/>
          </a:xfrm>
          <a:custGeom>
            <a:rect b="b" l="l" r="r" t="t"/>
            <a:pathLst>
              <a:path extrusionOk="0" h="4329" w="1914">
                <a:moveTo>
                  <a:pt x="1914" y="9"/>
                </a:moveTo>
                <a:lnTo>
                  <a:pt x="1914" y="4329"/>
                </a:lnTo>
                <a:lnTo>
                  <a:pt x="204" y="4327"/>
                </a:lnTo>
                <a:cubicBezTo>
                  <a:pt x="1288" y="3574"/>
                  <a:pt x="1608" y="1590"/>
                  <a:pt x="0" y="0"/>
                </a:cubicBezTo>
                <a:lnTo>
                  <a:pt x="1914" y="9"/>
                </a:lnTo>
                <a:close/>
              </a:path>
            </a:pathLst>
          </a:custGeom>
          <a:solidFill>
            <a:srgbClr val="595959">
              <a:alpha val="39607"/>
            </a:srgbClr>
          </a:solidFill>
          <a:ln>
            <a:noFill/>
          </a:ln>
          <a:effectLst>
            <a:outerShdw blurRad="63500" dir="10800000" dist="50800">
              <a:srgbClr val="000000">
                <a:alpha val="4470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64" name="Google Shape;64;p60"/>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1pPr>
            <a:lvl2pPr lvl="1"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9pPr>
          </a:lstStyle>
          <a:p/>
        </p:txBody>
      </p:sp>
      <p:sp>
        <p:nvSpPr>
          <p:cNvPr id="65" name="Google Shape;65;p60"/>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77190" lvl="1" marL="914400" marR="0" rtl="0" algn="l">
              <a:spcBef>
                <a:spcPts val="520"/>
              </a:spcBef>
              <a:spcAft>
                <a:spcPts val="0"/>
              </a:spcAft>
              <a:buClr>
                <a:schemeClr val="accent1"/>
              </a:buClr>
              <a:buSzPts val="2340"/>
              <a:buFont typeface="Noto Sans Symbols"/>
              <a:buChar char="⚫"/>
              <a:defRPr b="0" i="0" sz="2600" u="none" cap="none" strike="noStrike">
                <a:solidFill>
                  <a:schemeClr val="lt1"/>
                </a:solidFill>
                <a:latin typeface="Arial"/>
                <a:ea typeface="Arial"/>
                <a:cs typeface="Arial"/>
                <a:sym typeface="Arial"/>
              </a:defRPr>
            </a:lvl2pPr>
            <a:lvl3pPr indent="-358139" lvl="2" marL="1371600" marR="0" rtl="0" algn="l">
              <a:spcBef>
                <a:spcPts val="480"/>
              </a:spcBef>
              <a:spcAft>
                <a:spcPts val="0"/>
              </a:spcAft>
              <a:buClr>
                <a:schemeClr val="accent2"/>
              </a:buClr>
              <a:buSzPts val="2040"/>
              <a:buFont typeface="Arial"/>
              <a:buChar char="○"/>
              <a:defRPr b="0" i="0" sz="2400" u="none" cap="none" strike="noStrike">
                <a:solidFill>
                  <a:schemeClr val="lt1"/>
                </a:solidFill>
                <a:latin typeface="Arial"/>
                <a:ea typeface="Arial"/>
                <a:cs typeface="Arial"/>
                <a:sym typeface="Arial"/>
              </a:defRPr>
            </a:lvl3pPr>
            <a:lvl4pPr indent="-342900" lvl="3" marL="1828800" marR="0" rtl="0" algn="l">
              <a:spcBef>
                <a:spcPts val="400"/>
              </a:spcBef>
              <a:spcAft>
                <a:spcPts val="0"/>
              </a:spcAft>
              <a:buClr>
                <a:srgbClr val="E7BC29"/>
              </a:buClr>
              <a:buSzPts val="1800"/>
              <a:buFont typeface="Noto Sans Symbol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rgbClr val="D092A7"/>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accent5"/>
              </a:buClr>
              <a:buSzPts val="2000"/>
              <a:buFont typeface="Arial"/>
              <a:buChar char="-"/>
              <a:defRPr b="0" i="0" sz="2000" u="none" cap="none" strike="noStrike">
                <a:solidFill>
                  <a:schemeClr val="lt1"/>
                </a:solidFill>
                <a:latin typeface="Arial"/>
                <a:ea typeface="Arial"/>
                <a:cs typeface="Arial"/>
                <a:sym typeface="Arial"/>
              </a:defRPr>
            </a:lvl6pPr>
            <a:lvl7pPr indent="-342900" lvl="6" marL="3200400" marR="0" rtl="0" algn="l">
              <a:spcBef>
                <a:spcPts val="36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66" name="Google Shape;66;p60"/>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67" name="Google Shape;67;p60"/>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68" name="Google Shape;68;p60"/>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5" name="Shape 75"/>
        <p:cNvGrpSpPr/>
        <p:nvPr/>
      </p:nvGrpSpPr>
      <p:grpSpPr>
        <a:xfrm>
          <a:off x="0" y="0"/>
          <a:ext cx="0" cy="0"/>
          <a:chOff x="0" y="0"/>
          <a:chExt cx="0" cy="0"/>
        </a:xfrm>
      </p:grpSpPr>
      <p:sp>
        <p:nvSpPr>
          <p:cNvPr id="76" name="Google Shape;76;p62"/>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1pPr>
            <a:lvl2pPr lvl="1"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9pPr>
          </a:lstStyle>
          <a:p/>
        </p:txBody>
      </p:sp>
      <p:sp>
        <p:nvSpPr>
          <p:cNvPr id="77" name="Google Shape;77;p62"/>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77190" lvl="1" marL="914400" marR="0" rtl="0" algn="l">
              <a:spcBef>
                <a:spcPts val="520"/>
              </a:spcBef>
              <a:spcAft>
                <a:spcPts val="0"/>
              </a:spcAft>
              <a:buClr>
                <a:schemeClr val="accent1"/>
              </a:buClr>
              <a:buSzPts val="2340"/>
              <a:buFont typeface="Noto Sans Symbols"/>
              <a:buChar char="⚫"/>
              <a:defRPr b="0" i="0" sz="2600" u="none" cap="none" strike="noStrike">
                <a:solidFill>
                  <a:schemeClr val="lt1"/>
                </a:solidFill>
                <a:latin typeface="Arial"/>
                <a:ea typeface="Arial"/>
                <a:cs typeface="Arial"/>
                <a:sym typeface="Arial"/>
              </a:defRPr>
            </a:lvl2pPr>
            <a:lvl3pPr indent="-358139" lvl="2" marL="1371600" marR="0" rtl="0" algn="l">
              <a:spcBef>
                <a:spcPts val="480"/>
              </a:spcBef>
              <a:spcAft>
                <a:spcPts val="0"/>
              </a:spcAft>
              <a:buClr>
                <a:schemeClr val="accent2"/>
              </a:buClr>
              <a:buSzPts val="2040"/>
              <a:buFont typeface="Arial"/>
              <a:buChar char="○"/>
              <a:defRPr b="0" i="0" sz="2400" u="none" cap="none" strike="noStrike">
                <a:solidFill>
                  <a:schemeClr val="lt1"/>
                </a:solidFill>
                <a:latin typeface="Arial"/>
                <a:ea typeface="Arial"/>
                <a:cs typeface="Arial"/>
                <a:sym typeface="Arial"/>
              </a:defRPr>
            </a:lvl3pPr>
            <a:lvl4pPr indent="-342900" lvl="3" marL="1828800" marR="0" rtl="0" algn="l">
              <a:spcBef>
                <a:spcPts val="400"/>
              </a:spcBef>
              <a:spcAft>
                <a:spcPts val="0"/>
              </a:spcAft>
              <a:buClr>
                <a:srgbClr val="E7BC29"/>
              </a:buClr>
              <a:buSzPts val="1800"/>
              <a:buFont typeface="Noto Sans Symbol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rgbClr val="D092A7"/>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accent5"/>
              </a:buClr>
              <a:buSzPts val="2000"/>
              <a:buFont typeface="Arial"/>
              <a:buChar char="-"/>
              <a:defRPr b="0" i="0" sz="2000" u="none" cap="none" strike="noStrike">
                <a:solidFill>
                  <a:schemeClr val="lt1"/>
                </a:solidFill>
                <a:latin typeface="Arial"/>
                <a:ea typeface="Arial"/>
                <a:cs typeface="Arial"/>
                <a:sym typeface="Arial"/>
              </a:defRPr>
            </a:lvl6pPr>
            <a:lvl7pPr indent="-342900" lvl="6" marL="3200400" marR="0" rtl="0" algn="l">
              <a:spcBef>
                <a:spcPts val="36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78" name="Google Shape;78;p62"/>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79" name="Google Shape;79;p62"/>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80" name="Google Shape;80;p62"/>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0" name="Shape 90"/>
        <p:cNvGrpSpPr/>
        <p:nvPr/>
      </p:nvGrpSpPr>
      <p:grpSpPr>
        <a:xfrm>
          <a:off x="0" y="0"/>
          <a:ext cx="0" cy="0"/>
          <a:chOff x="0" y="0"/>
          <a:chExt cx="0" cy="0"/>
        </a:xfrm>
      </p:grpSpPr>
      <p:sp>
        <p:nvSpPr>
          <p:cNvPr id="91" name="Google Shape;91;p64"/>
          <p:cNvSpPr/>
          <p:nvPr/>
        </p:nvSpPr>
        <p:spPr>
          <a:xfrm>
            <a:off x="0" y="4751387"/>
            <a:ext cx="9144000" cy="2112962"/>
          </a:xfrm>
          <a:custGeom>
            <a:rect b="b" l="l" r="r" t="t"/>
            <a:pathLst>
              <a:path extrusionOk="0" h="1331" w="5760">
                <a:moveTo>
                  <a:pt x="0" y="1066"/>
                </a:moveTo>
                <a:lnTo>
                  <a:pt x="0" y="1331"/>
                </a:lnTo>
                <a:lnTo>
                  <a:pt x="5760" y="1331"/>
                </a:lnTo>
                <a:lnTo>
                  <a:pt x="5760" y="0"/>
                </a:lnTo>
                <a:cubicBezTo>
                  <a:pt x="3220" y="1206"/>
                  <a:pt x="2250" y="1146"/>
                  <a:pt x="0" y="1066"/>
                </a:cubicBezTo>
                <a:close/>
              </a:path>
            </a:pathLst>
          </a:custGeom>
          <a:solidFill>
            <a:srgbClr val="7C7C7C">
              <a:alpha val="44705"/>
            </a:srgbClr>
          </a:solidFill>
          <a:ln>
            <a:noFill/>
          </a:ln>
          <a:effectLst>
            <a:outerShdw blurRad="63500" dir="16200000" dist="4445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92" name="Google Shape;92;p64"/>
          <p:cNvSpPr/>
          <p:nvPr/>
        </p:nvSpPr>
        <p:spPr>
          <a:xfrm>
            <a:off x="7315200" y="0"/>
            <a:ext cx="1828800" cy="6858000"/>
          </a:xfrm>
          <a:custGeom>
            <a:rect b="b" l="l" r="r" t="t"/>
            <a:pathLst>
              <a:path extrusionOk="0" h="4329" w="1914">
                <a:moveTo>
                  <a:pt x="1914" y="9"/>
                </a:moveTo>
                <a:lnTo>
                  <a:pt x="1914" y="4329"/>
                </a:lnTo>
                <a:lnTo>
                  <a:pt x="204" y="4327"/>
                </a:lnTo>
                <a:cubicBezTo>
                  <a:pt x="1288" y="3574"/>
                  <a:pt x="2082" y="1734"/>
                  <a:pt x="0" y="0"/>
                </a:cubicBezTo>
                <a:lnTo>
                  <a:pt x="1914" y="9"/>
                </a:lnTo>
                <a:close/>
              </a:path>
            </a:pathLst>
          </a:custGeom>
          <a:solidFill>
            <a:srgbClr val="595959">
              <a:alpha val="39607"/>
            </a:srgbClr>
          </a:solidFill>
          <a:ln>
            <a:noFill/>
          </a:ln>
          <a:effectLst>
            <a:outerShdw blurRad="63500" dir="10800000" dist="50800">
              <a:srgbClr val="000000">
                <a:alpha val="4470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Tahoma"/>
              <a:ea typeface="Tahoma"/>
              <a:cs typeface="Tahoma"/>
              <a:sym typeface="Tahoma"/>
            </a:endParaRPr>
          </a:p>
        </p:txBody>
      </p:sp>
      <p:sp>
        <p:nvSpPr>
          <p:cNvPr id="93" name="Google Shape;93;p6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1pPr>
            <a:lvl2pPr lvl="1"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9pPr>
          </a:lstStyle>
          <a:p/>
        </p:txBody>
      </p:sp>
      <p:sp>
        <p:nvSpPr>
          <p:cNvPr id="94" name="Google Shape;94;p64"/>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77190" lvl="1" marL="914400" marR="0" rtl="0" algn="l">
              <a:spcBef>
                <a:spcPts val="520"/>
              </a:spcBef>
              <a:spcAft>
                <a:spcPts val="0"/>
              </a:spcAft>
              <a:buClr>
                <a:schemeClr val="accent1"/>
              </a:buClr>
              <a:buSzPts val="2340"/>
              <a:buFont typeface="Noto Sans Symbols"/>
              <a:buChar char="⚫"/>
              <a:defRPr b="0" i="0" sz="2600" u="none" cap="none" strike="noStrike">
                <a:solidFill>
                  <a:schemeClr val="lt1"/>
                </a:solidFill>
                <a:latin typeface="Arial"/>
                <a:ea typeface="Arial"/>
                <a:cs typeface="Arial"/>
                <a:sym typeface="Arial"/>
              </a:defRPr>
            </a:lvl2pPr>
            <a:lvl3pPr indent="-358139" lvl="2" marL="1371600" marR="0" rtl="0" algn="l">
              <a:spcBef>
                <a:spcPts val="480"/>
              </a:spcBef>
              <a:spcAft>
                <a:spcPts val="0"/>
              </a:spcAft>
              <a:buClr>
                <a:schemeClr val="accent2"/>
              </a:buClr>
              <a:buSzPts val="2040"/>
              <a:buFont typeface="Arial"/>
              <a:buChar char="○"/>
              <a:defRPr b="0" i="0" sz="2400" u="none" cap="none" strike="noStrike">
                <a:solidFill>
                  <a:schemeClr val="lt1"/>
                </a:solidFill>
                <a:latin typeface="Arial"/>
                <a:ea typeface="Arial"/>
                <a:cs typeface="Arial"/>
                <a:sym typeface="Arial"/>
              </a:defRPr>
            </a:lvl3pPr>
            <a:lvl4pPr indent="-342900" lvl="3" marL="1828800" marR="0" rtl="0" algn="l">
              <a:spcBef>
                <a:spcPts val="400"/>
              </a:spcBef>
              <a:spcAft>
                <a:spcPts val="0"/>
              </a:spcAft>
              <a:buClr>
                <a:srgbClr val="E7BC29"/>
              </a:buClr>
              <a:buSzPts val="1800"/>
              <a:buFont typeface="Noto Sans Symbol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rgbClr val="D092A7"/>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accent5"/>
              </a:buClr>
              <a:buSzPts val="2000"/>
              <a:buFont typeface="Arial"/>
              <a:buChar char="-"/>
              <a:defRPr b="0" i="0" sz="2000" u="none" cap="none" strike="noStrike">
                <a:solidFill>
                  <a:schemeClr val="lt1"/>
                </a:solidFill>
                <a:latin typeface="Arial"/>
                <a:ea typeface="Arial"/>
                <a:cs typeface="Arial"/>
                <a:sym typeface="Arial"/>
              </a:defRPr>
            </a:lvl6pPr>
            <a:lvl7pPr indent="-342900" lvl="6" marL="3200400" marR="0" rtl="0" algn="l">
              <a:spcBef>
                <a:spcPts val="36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95" name="Google Shape;95;p64"/>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96" name="Google Shape;96;p64"/>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97" name="Google Shape;97;p64"/>
          <p:cNvSpPr txBox="1"/>
          <p:nvPr>
            <p:ph idx="12" type="sldNum"/>
          </p:nvPr>
        </p:nvSpPr>
        <p:spPr>
          <a:xfrm>
            <a:off x="8156575" y="6421437"/>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5" name="Shape 105"/>
        <p:cNvGrpSpPr/>
        <p:nvPr/>
      </p:nvGrpSpPr>
      <p:grpSpPr>
        <a:xfrm>
          <a:off x="0" y="0"/>
          <a:ext cx="0" cy="0"/>
          <a:chOff x="0" y="0"/>
          <a:chExt cx="0" cy="0"/>
        </a:xfrm>
      </p:grpSpPr>
      <p:sp>
        <p:nvSpPr>
          <p:cNvPr id="106" name="Google Shape;106;p66"/>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lvl1pPr lvl="0"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1pPr>
            <a:lvl2pPr lvl="1"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4600" u="none" cap="none" strike="noStrike">
                <a:solidFill>
                  <a:schemeClr val="lt1"/>
                </a:solidFill>
                <a:latin typeface="Libre Franklin"/>
                <a:ea typeface="Libre Franklin"/>
                <a:cs typeface="Libre Franklin"/>
                <a:sym typeface="Libre Franklin"/>
              </a:defRPr>
            </a:lvl9pPr>
          </a:lstStyle>
          <a:p/>
        </p:txBody>
      </p:sp>
      <p:sp>
        <p:nvSpPr>
          <p:cNvPr id="107" name="Google Shape;107;p66"/>
          <p:cNvSpPr txBox="1"/>
          <p:nvPr>
            <p:ph idx="1" type="body"/>
          </p:nvPr>
        </p:nvSpPr>
        <p:spPr>
          <a:xfrm>
            <a:off x="457200" y="1600200"/>
            <a:ext cx="7467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77190" lvl="1" marL="914400" marR="0" rtl="0" algn="l">
              <a:spcBef>
                <a:spcPts val="520"/>
              </a:spcBef>
              <a:spcAft>
                <a:spcPts val="0"/>
              </a:spcAft>
              <a:buClr>
                <a:schemeClr val="accent1"/>
              </a:buClr>
              <a:buSzPts val="2340"/>
              <a:buFont typeface="Noto Sans Symbols"/>
              <a:buChar char="⚫"/>
              <a:defRPr b="0" i="0" sz="2600" u="none" cap="none" strike="noStrike">
                <a:solidFill>
                  <a:schemeClr val="lt1"/>
                </a:solidFill>
                <a:latin typeface="Arial"/>
                <a:ea typeface="Arial"/>
                <a:cs typeface="Arial"/>
                <a:sym typeface="Arial"/>
              </a:defRPr>
            </a:lvl2pPr>
            <a:lvl3pPr indent="-358139" lvl="2" marL="1371600" marR="0" rtl="0" algn="l">
              <a:spcBef>
                <a:spcPts val="480"/>
              </a:spcBef>
              <a:spcAft>
                <a:spcPts val="0"/>
              </a:spcAft>
              <a:buClr>
                <a:schemeClr val="accent2"/>
              </a:buClr>
              <a:buSzPts val="2040"/>
              <a:buFont typeface="Arial"/>
              <a:buChar char="○"/>
              <a:defRPr b="0" i="0" sz="2400" u="none" cap="none" strike="noStrike">
                <a:solidFill>
                  <a:schemeClr val="lt1"/>
                </a:solidFill>
                <a:latin typeface="Arial"/>
                <a:ea typeface="Arial"/>
                <a:cs typeface="Arial"/>
                <a:sym typeface="Arial"/>
              </a:defRPr>
            </a:lvl3pPr>
            <a:lvl4pPr indent="-342900" lvl="3" marL="1828800" marR="0" rtl="0" algn="l">
              <a:spcBef>
                <a:spcPts val="400"/>
              </a:spcBef>
              <a:spcAft>
                <a:spcPts val="0"/>
              </a:spcAft>
              <a:buClr>
                <a:srgbClr val="E7BC29"/>
              </a:buClr>
              <a:buSzPts val="1800"/>
              <a:buFont typeface="Noto Sans Symbols"/>
              <a:buChar char="⚫"/>
              <a:defRPr b="0" i="0" sz="2000" u="none" cap="none" strike="noStrike">
                <a:solidFill>
                  <a:schemeClr val="lt1"/>
                </a:solidFill>
                <a:latin typeface="Arial"/>
                <a:ea typeface="Arial"/>
                <a:cs typeface="Arial"/>
                <a:sym typeface="Arial"/>
              </a:defRPr>
            </a:lvl4pPr>
            <a:lvl5pPr indent="-355600" lvl="4" marL="2286000" marR="0" rtl="0" algn="l">
              <a:spcBef>
                <a:spcPts val="400"/>
              </a:spcBef>
              <a:spcAft>
                <a:spcPts val="0"/>
              </a:spcAft>
              <a:buClr>
                <a:srgbClr val="D092A7"/>
              </a:buClr>
              <a:buSzPts val="2000"/>
              <a:buFont typeface="Arial"/>
              <a:buChar char="-"/>
              <a:defRPr b="0" i="0" sz="20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chemeClr val="accent5"/>
              </a:buClr>
              <a:buSzPts val="2000"/>
              <a:buFont typeface="Arial"/>
              <a:buChar char="-"/>
              <a:defRPr b="0" i="0" sz="2000" u="none" cap="none" strike="noStrike">
                <a:solidFill>
                  <a:schemeClr val="lt1"/>
                </a:solidFill>
                <a:latin typeface="Arial"/>
                <a:ea typeface="Arial"/>
                <a:cs typeface="Arial"/>
                <a:sym typeface="Arial"/>
              </a:defRPr>
            </a:lvl6pPr>
            <a:lvl7pPr indent="-342900" lvl="6" marL="3200400" marR="0" rtl="0" algn="l">
              <a:spcBef>
                <a:spcPts val="36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chemeClr val="accent6"/>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108" name="Google Shape;108;p66"/>
          <p:cNvSpPr txBox="1"/>
          <p:nvPr>
            <p:ph idx="10" type="dt"/>
          </p:nvPr>
        </p:nvSpPr>
        <p:spPr>
          <a:xfrm>
            <a:off x="457200" y="6421437"/>
            <a:ext cx="2133600" cy="365125"/>
          </a:xfrm>
          <a:prstGeom prst="rect">
            <a:avLst/>
          </a:prstGeom>
          <a:noFill/>
          <a:ln>
            <a:noFill/>
          </a:ln>
        </p:spPr>
        <p:txBody>
          <a:bodyPr anchorCtr="0" anchor="b" bIns="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109" name="Google Shape;109;p66"/>
          <p:cNvSpPr txBox="1"/>
          <p:nvPr>
            <p:ph idx="11" type="ftr"/>
          </p:nvPr>
        </p:nvSpPr>
        <p:spPr>
          <a:xfrm>
            <a:off x="3124200" y="6421437"/>
            <a:ext cx="2895600" cy="365125"/>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SzPts val="1400"/>
              <a:buNone/>
              <a:defRPr b="0" i="0" sz="1800" u="none">
                <a:solidFill>
                  <a:schemeClr val="lt1"/>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lt1"/>
                </a:solidFill>
                <a:latin typeface="Tahoma"/>
                <a:ea typeface="Tahoma"/>
                <a:cs typeface="Tahoma"/>
                <a:sym typeface="Tahoma"/>
              </a:defRPr>
            </a:lvl9pPr>
          </a:lstStyle>
          <a:p/>
        </p:txBody>
      </p:sp>
      <p:sp>
        <p:nvSpPr>
          <p:cNvPr id="110" name="Google Shape;110;p66"/>
          <p:cNvSpPr txBox="1"/>
          <p:nvPr>
            <p:ph idx="12" type="sldNum"/>
          </p:nvPr>
        </p:nvSpPr>
        <p:spPr>
          <a:xfrm>
            <a:off x="8153400" y="6421437"/>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1pPr>
            <a:lvl2pPr indent="0" lvl="1"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2pPr>
            <a:lvl3pPr indent="0" lvl="2"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3pPr>
            <a:lvl4pPr indent="0" lvl="3"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4pPr>
            <a:lvl5pPr indent="0" lvl="4"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5pPr>
            <a:lvl6pPr indent="0" lvl="5"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6pPr>
            <a:lvl7pPr indent="0" lvl="6"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7pPr>
            <a:lvl8pPr indent="0" lvl="7"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8pPr>
            <a:lvl9pPr indent="0" lvl="8" marL="0" marR="0" rtl="0" algn="r">
              <a:lnSpc>
                <a:spcPct val="100000"/>
              </a:lnSpc>
              <a:spcBef>
                <a:spcPts val="0"/>
              </a:spcBef>
              <a:spcAft>
                <a:spcPts val="0"/>
              </a:spcAft>
              <a:buClr>
                <a:srgbClr val="BBB893"/>
              </a:buClr>
              <a:buSzPts val="1000"/>
              <a:buFont typeface="Tahoma"/>
              <a:buNone/>
              <a:defRPr b="0" i="0" sz="1000" u="none">
                <a:solidFill>
                  <a:srgbClr val="BBB893"/>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ww.ejemplo.com/" TargetMode="External"/><Relationship Id="rId4" Type="http://schemas.openxmlformats.org/officeDocument/2006/relationships/hyperlink" Target="http://www.miblog.proveedor.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google.com/" TargetMode="External"/><Relationship Id="rId4" Type="http://schemas.openxmlformats.org/officeDocument/2006/relationships/hyperlink" Target="http://www.google.com/" TargetMode="External"/><Relationship Id="rId5" Type="http://schemas.openxmlformats.org/officeDocument/2006/relationships/hyperlink" Target="http://www.google.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google.com/" TargetMode="External"/><Relationship Id="rId4" Type="http://schemas.openxmlformats.org/officeDocument/2006/relationships/hyperlink" Target="http://www.google.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google.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www.ejemplo.dyndns.or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
          <p:cNvSpPr txBox="1"/>
          <p:nvPr>
            <p:ph idx="4294967295" type="ctrTitle"/>
          </p:nvPr>
        </p:nvSpPr>
        <p:spPr>
          <a:xfrm>
            <a:off x="1403648" y="2132856"/>
            <a:ext cx="6480048" cy="2301240"/>
          </a:xfrm>
          <a:prstGeom prst="rect">
            <a:avLst/>
          </a:prstGeom>
          <a:noFill/>
          <a:ln>
            <a:noFill/>
          </a:ln>
        </p:spPr>
        <p:txBody>
          <a:bodyPr anchorCtr="0" anchor="t" bIns="45700" lIns="45700" spcFirstLastPara="1" rIns="45700" wrap="square" tIns="45700">
            <a:normAutofit/>
          </a:bodyPr>
          <a:lstStyle/>
          <a:p>
            <a:pPr indent="0" lvl="0" marL="0" marR="0" rtl="0" algn="ctr">
              <a:lnSpc>
                <a:spcPct val="100000"/>
              </a:lnSpc>
              <a:spcBef>
                <a:spcPts val="0"/>
              </a:spcBef>
              <a:spcAft>
                <a:spcPts val="0"/>
              </a:spcAft>
              <a:buClr>
                <a:srgbClr val="CCE1B5"/>
              </a:buClr>
              <a:buSzPts val="5400"/>
              <a:buFont typeface="Libre Franklin"/>
              <a:buNone/>
            </a:pPr>
            <a:r>
              <a:rPr b="1" i="0" lang="en-US" sz="5400" u="none" cap="none" strike="noStrike">
                <a:solidFill>
                  <a:srgbClr val="CCE1B5"/>
                </a:solidFill>
                <a:latin typeface="Libre Franklin"/>
                <a:ea typeface="Libre Franklin"/>
                <a:cs typeface="Libre Franklin"/>
                <a:sym typeface="Libre Franklin"/>
              </a:rPr>
              <a:t>TEMA 3</a:t>
            </a:r>
            <a:br>
              <a:rPr b="1" i="0" lang="en-US" sz="5400" u="none" cap="none" strike="noStrike">
                <a:solidFill>
                  <a:srgbClr val="CCE1B5"/>
                </a:solidFill>
                <a:latin typeface="Libre Franklin"/>
                <a:ea typeface="Libre Franklin"/>
                <a:cs typeface="Libre Franklin"/>
                <a:sym typeface="Libre Franklin"/>
              </a:rPr>
            </a:br>
            <a:r>
              <a:rPr b="1" i="0" lang="en-US" sz="5400" u="none" cap="none" strike="noStrike">
                <a:solidFill>
                  <a:srgbClr val="CCE1B5"/>
                </a:solidFill>
                <a:latin typeface="Libre Franklin"/>
                <a:ea typeface="Libre Franklin"/>
                <a:cs typeface="Libre Franklin"/>
                <a:sym typeface="Libre Franklin"/>
              </a:rPr>
              <a:t>DNS</a:t>
            </a:r>
            <a:endParaRPr b="1" i="0" sz="5400" u="none" cap="none" strike="noStrike">
              <a:solidFill>
                <a:srgbClr val="CCE1B5"/>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1. Introducción</a:t>
            </a:r>
            <a:endParaRPr/>
          </a:p>
        </p:txBody>
      </p:sp>
      <p:sp>
        <p:nvSpPr>
          <p:cNvPr id="128" name="Google Shape;128;p2"/>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Domain Name System</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RFC 1034, 1035</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Puerto 53, TCP/UDP</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Aplicación que traduce nombres de máquina a direcciones IP</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Internamente, el protocolo IP usa siempre direcciones IP, pero es más fácil acceder a un equipo por su nombre</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Además, la IP puede cambiar, mientras que el nombre es fijo</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Antiguamente: fichero HOSTS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1. Introducción</a:t>
            </a:r>
            <a:endParaRPr/>
          </a:p>
        </p:txBody>
      </p:sp>
      <p:sp>
        <p:nvSpPr>
          <p:cNvPr id="134" name="Google Shape;134;p3"/>
          <p:cNvSpPr txBox="1"/>
          <p:nvPr>
            <p:ph idx="1" type="body"/>
          </p:nvPr>
        </p:nvSpPr>
        <p:spPr>
          <a:xfrm>
            <a:off x="395287" y="1628775"/>
            <a:ext cx="8435975" cy="4543425"/>
          </a:xfrm>
          <a:prstGeom prst="rect">
            <a:avLst/>
          </a:prstGeom>
          <a:noFill/>
          <a:ln>
            <a:noFill/>
          </a:ln>
        </p:spPr>
        <p:txBody>
          <a:bodyPr anchorCtr="0" anchor="t" bIns="45700" lIns="91425" spcFirstLastPara="1" rIns="91425" wrap="square" tIns="45700">
            <a:normAutofit/>
          </a:bodyPr>
          <a:lstStyle/>
          <a:p>
            <a:pPr indent="-240347" lvl="0" marL="419100" marR="0" rtl="0" algn="l">
              <a:lnSpc>
                <a:spcPct val="70000"/>
              </a:lnSpc>
              <a:spcBef>
                <a:spcPts val="0"/>
              </a:spcBef>
              <a:spcAft>
                <a:spcPts val="0"/>
              </a:spcAft>
              <a:buClr>
                <a:schemeClr val="accent1"/>
              </a:buClr>
              <a:buSzPts val="2240"/>
              <a:buFont typeface="Noto Sans Symbols"/>
              <a:buNone/>
            </a:pPr>
            <a:r>
              <a:t/>
            </a:r>
            <a:endParaRPr b="0" i="0" sz="2800" u="none" cap="none" strike="noStrike">
              <a:solidFill>
                <a:schemeClr val="lt1"/>
              </a:solidFill>
              <a:latin typeface="Arial"/>
              <a:ea typeface="Arial"/>
              <a:cs typeface="Arial"/>
              <a:sym typeface="Arial"/>
            </a:endParaRPr>
          </a:p>
          <a:p>
            <a:pPr indent="-382587" lvl="0" marL="419100" marR="0" rtl="0" algn="l">
              <a:lnSpc>
                <a:spcPct val="7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El cliente le da al servidor DNS el nombre de una máquina y el servidor averigua la dirección IP correspondiente a dicho nombre, devolviéndosela al cliente</a:t>
            </a:r>
            <a:endParaRPr/>
          </a:p>
          <a:p>
            <a:pPr indent="-382587" lvl="0" marL="419100" marR="0" rtl="0" algn="l">
              <a:lnSpc>
                <a:spcPct val="7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Empleado en multitud de aplicaciones: navegación, correo electrónico…</a:t>
            </a:r>
            <a:endParaRPr/>
          </a:p>
          <a:p>
            <a:pPr indent="-382587" lvl="0" marL="419100" marR="0" rtl="0" algn="l">
              <a:lnSpc>
                <a:spcPct val="70000"/>
              </a:lnSpc>
              <a:spcBef>
                <a:spcPts val="56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DNS es una base de datos distribuida y jerárquica</a:t>
            </a:r>
            <a:endParaRPr/>
          </a:p>
          <a:p>
            <a:pPr indent="-273049" lvl="1" marL="722312" marR="0" rtl="0" algn="l">
              <a:lnSpc>
                <a:spcPct val="7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Distribuida: la información que resuelve las consultas DNS no está almacenada en un único equipo sino que está repartida por toda la red</a:t>
            </a:r>
            <a:endParaRPr/>
          </a:p>
          <a:p>
            <a:pPr indent="-273049" lvl="1" marL="722312" marR="0" rtl="0" algn="l">
              <a:lnSpc>
                <a:spcPct val="7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Jerárquica: los nombres están organizados en categorías y subcategorías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40" name="Google Shape;140;p4"/>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1920"/>
              <a:buFont typeface="Noto Sans Symbols"/>
              <a:buChar char="⦿"/>
            </a:pPr>
            <a:r>
              <a:rPr b="0" i="0" lang="en-US" sz="2400" u="none" cap="none" strike="noStrike">
                <a:solidFill>
                  <a:schemeClr val="lt1"/>
                </a:solidFill>
                <a:latin typeface="Arial"/>
                <a:ea typeface="Arial"/>
                <a:cs typeface="Arial"/>
                <a:sym typeface="Arial"/>
              </a:rPr>
              <a:t>Estructura de un nombre de dominio</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Ejemplo: </a:t>
            </a:r>
            <a:r>
              <a:rPr b="0" i="0" lang="en-US" sz="2000" u="sng" cap="none" strike="noStrike">
                <a:solidFill>
                  <a:schemeClr val="lt1"/>
                </a:solidFill>
                <a:latin typeface="Arial"/>
                <a:ea typeface="Arial"/>
                <a:cs typeface="Arial"/>
                <a:sym typeface="Arial"/>
                <a:hlinkClick r:id="rId3">
                  <a:extLst>
                    <a:ext uri="{A12FA001-AC4F-418D-AE19-62706E023703}">
                      <ahyp:hlinkClr val="tx"/>
                    </a:ext>
                  </a:extLst>
                </a:hlinkClick>
              </a:rPr>
              <a:t>www.ejemplo.com</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Dominio de nivel superior o dominio de 1º nivel: com</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Dominio de 2º nivel: ejemplo</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Nombre de la máquina: www</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Organización jerárquica</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Puede haber varios subdominios en un mismo nombre: </a:t>
            </a:r>
            <a:r>
              <a:rPr b="0" i="0" lang="en-US" sz="2000" u="sng" cap="none" strike="noStrike">
                <a:solidFill>
                  <a:schemeClr val="lt1"/>
                </a:solidFill>
                <a:latin typeface="Arial"/>
                <a:ea typeface="Arial"/>
                <a:cs typeface="Arial"/>
                <a:sym typeface="Arial"/>
                <a:hlinkClick r:id="rId4">
                  <a:extLst>
                    <a:ext uri="{A12FA001-AC4F-418D-AE19-62706E023703}">
                      <ahyp:hlinkClr val="tx"/>
                    </a:ext>
                  </a:extLst>
                </a:hlinkClick>
              </a:rPr>
              <a:t>www.miblog.proveedor.es</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Hasta 127 niveles, de 1 a 63 caracteres cada uno. La longitud total no debe exceder de 255 caracteres</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No se distingue entre mayúsculas y minúsculas</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Permitidos: letras, números, guiones</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No permitidos: puntos, espacios, acentos, símbolos, eñes…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46" name="Google Shape;146;p5"/>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Estructura de un nombre de dominio</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El recorrido siempre empieza desde el raíz, que permanece oculto y se representa con un punto: "www.ejemplo.com."</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La jerarquía se lee de derecha a izquierda</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Tipos de nombres:</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Absolutos: se especifica todo el nombre completo. Se conocen también como FQDN (Full Qualified Domain Name). Ejemplo: www.prueba.es.</a:t>
            </a:r>
            <a:endParaRPr b="0" i="0" sz="1800" u="none" cap="none" strike="noStrike">
              <a:solidFill>
                <a:schemeClr val="lt1"/>
              </a:solidFill>
              <a:latin typeface="Arial"/>
              <a:ea typeface="Arial"/>
              <a:cs typeface="Arial"/>
              <a:sym typeface="Arial"/>
            </a:endParaRPr>
          </a:p>
          <a:p>
            <a:pPr indent="0" lvl="0" marL="1004887" marR="0" rtl="0" algn="l">
              <a:lnSpc>
                <a:spcPct val="80000"/>
              </a:lnSpc>
              <a:spcBef>
                <a:spcPts val="360"/>
              </a:spcBef>
              <a:spcAft>
                <a:spcPts val="0"/>
              </a:spcAft>
              <a:buNone/>
            </a:pPr>
            <a:r>
              <a:t/>
            </a:r>
            <a:endParaRPr sz="1800"/>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Relativos: referentes a un dominio. Ejemplo: dentro del dominio ejemplo.es. tenemos al host www, que representa a un servidor web. El nombre absoluto sería www.ejemplo.es.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52" name="Google Shape;152;p6"/>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1920"/>
              <a:buFont typeface="Noto Sans Symbols"/>
              <a:buChar char="⦿"/>
            </a:pPr>
            <a:r>
              <a:rPr b="0" i="0" lang="en-US" sz="2400" u="none" cap="none" strike="noStrike">
                <a:solidFill>
                  <a:schemeClr val="lt1"/>
                </a:solidFill>
                <a:latin typeface="Arial"/>
                <a:ea typeface="Arial"/>
                <a:cs typeface="Arial"/>
                <a:sym typeface="Arial"/>
              </a:rPr>
              <a:t>Estructura de un nombre de dominio</a:t>
            </a:r>
            <a:endParaRPr/>
          </a:p>
        </p:txBody>
      </p:sp>
      <p:pic>
        <p:nvPicPr>
          <p:cNvPr id="153" name="Google Shape;153;p6"/>
          <p:cNvPicPr preferRelativeResize="0"/>
          <p:nvPr/>
        </p:nvPicPr>
        <p:blipFill rotWithShape="1">
          <a:blip r:embed="rId3">
            <a:alphaModFix/>
          </a:blip>
          <a:srcRect b="0" l="0" r="0" t="0"/>
          <a:stretch/>
        </p:blipFill>
        <p:spPr>
          <a:xfrm>
            <a:off x="1547812" y="2420937"/>
            <a:ext cx="5240337" cy="3600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59" name="Google Shape;159;p7"/>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2400"/>
              <a:buFont typeface="Noto Sans Symbols"/>
              <a:buChar char="⦿"/>
            </a:pPr>
            <a:r>
              <a:rPr b="0" i="0" lang="en-US" sz="3000" u="none" cap="none" strike="noStrike">
                <a:solidFill>
                  <a:schemeClr val="lt1"/>
                </a:solidFill>
                <a:latin typeface="Arial"/>
                <a:ea typeface="Arial"/>
                <a:cs typeface="Arial"/>
                <a:sym typeface="Arial"/>
              </a:rPr>
              <a:t>Estructura de un nombre de dominio</a:t>
            </a:r>
            <a:endParaRPr/>
          </a:p>
        </p:txBody>
      </p:sp>
      <p:pic>
        <p:nvPicPr>
          <p:cNvPr descr="how_dns_works_f01" id="160" name="Google Shape;160;p7"/>
          <p:cNvPicPr preferRelativeResize="0"/>
          <p:nvPr/>
        </p:nvPicPr>
        <p:blipFill rotWithShape="1">
          <a:blip r:embed="rId3">
            <a:alphaModFix/>
          </a:blip>
          <a:srcRect b="0" l="0" r="0" t="0"/>
          <a:stretch/>
        </p:blipFill>
        <p:spPr>
          <a:xfrm>
            <a:off x="905675" y="2717800"/>
            <a:ext cx="7332661" cy="37480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66" name="Google Shape;166;p8"/>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Dominios de primer nivel </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TLD (Top Level Domain)</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Tienen 2, 3 ó 4 letras</a:t>
            </a:r>
            <a:endParaRPr/>
          </a:p>
          <a:p>
            <a:pPr indent="-273049" lvl="1" marL="722312" marR="0" rtl="0" algn="l">
              <a:lnSpc>
                <a:spcPct val="100000"/>
              </a:lnSpc>
              <a:spcBef>
                <a:spcPts val="520"/>
              </a:spcBef>
              <a:spcAft>
                <a:spcPts val="0"/>
              </a:spcAft>
              <a:buClr>
                <a:schemeClr val="accent1"/>
              </a:buClr>
              <a:buSzPts val="2340"/>
              <a:buFont typeface="Noto Sans Symbols"/>
              <a:buChar char="⚫"/>
            </a:pPr>
            <a:r>
              <a:rPr b="0" i="0" lang="en-US" sz="2600" u="none" cap="none" strike="noStrike">
                <a:solidFill>
                  <a:schemeClr val="lt1"/>
                </a:solidFill>
                <a:latin typeface="Arial"/>
                <a:ea typeface="Arial"/>
                <a:cs typeface="Arial"/>
                <a:sym typeface="Arial"/>
              </a:rPr>
              <a:t>Se dividen en dos grupos:</a:t>
            </a:r>
            <a:endParaRPr/>
          </a:p>
          <a:p>
            <a:pPr indent="-255587" lvl="2" marL="1004887" marR="0" rtl="0" algn="l">
              <a:lnSpc>
                <a:spcPct val="10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gTLD (Generic TLD): dominios genéricos</a:t>
            </a:r>
            <a:endParaRPr/>
          </a:p>
          <a:p>
            <a:pPr indent="-255587" lvl="2" marL="1004887" marR="0" rtl="0" algn="l">
              <a:lnSpc>
                <a:spcPct val="10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ccTLD (Country-Code TLD): dominios geográficos</a:t>
            </a:r>
            <a:r>
              <a:rPr b="0" i="0" lang="en-US" sz="2000" u="none" cap="none" strike="noStrike">
                <a:solidFill>
                  <a:schemeClr val="lt1"/>
                </a:solidFill>
                <a:latin typeface="Arial"/>
                <a:ea typeface="Arial"/>
                <a:cs typeface="Arial"/>
                <a:sym typeface="Arial"/>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72" name="Google Shape;172;p9"/>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2240"/>
              <a:buFont typeface="Noto Sans Symbols"/>
              <a:buChar char="⦿"/>
            </a:pPr>
            <a:r>
              <a:rPr b="0" i="0" lang="en-US" sz="2800" u="none" cap="none" strike="noStrike">
                <a:solidFill>
                  <a:schemeClr val="lt1"/>
                </a:solidFill>
                <a:latin typeface="Arial"/>
                <a:ea typeface="Arial"/>
                <a:cs typeface="Arial"/>
                <a:sym typeface="Arial"/>
              </a:rPr>
              <a:t>Dominios de primer nivel </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Dominios genéricos</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Gestionados a nivel internacional por ICANN (Internet Corporation for Assigned Names and Numbers, Corporación de Internet para la Asignación de Nombres y Números)</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Ejemplos:</a:t>
            </a:r>
            <a:endParaRPr/>
          </a:p>
          <a:p>
            <a:pPr indent="-236537" lvl="3" marL="1279525" marR="0" rtl="0" algn="l">
              <a:lnSpc>
                <a:spcPct val="100000"/>
              </a:lnSpc>
              <a:spcBef>
                <a:spcPts val="320"/>
              </a:spcBef>
              <a:spcAft>
                <a:spcPts val="0"/>
              </a:spcAft>
              <a:buClr>
                <a:srgbClr val="E7BC29"/>
              </a:buClr>
              <a:buSzPts val="1440"/>
              <a:buFont typeface="Noto Sans Symbols"/>
              <a:buChar char="⚫"/>
            </a:pPr>
            <a:r>
              <a:rPr b="0" i="0" lang="en-US" sz="1600" u="none" cap="none" strike="noStrike">
                <a:solidFill>
                  <a:schemeClr val="lt1"/>
                </a:solidFill>
                <a:latin typeface="Arial"/>
                <a:ea typeface="Arial"/>
                <a:cs typeface="Arial"/>
                <a:sym typeface="Arial"/>
              </a:rPr>
              <a:t>.com: organizaciones comerciales</a:t>
            </a:r>
            <a:endParaRPr/>
          </a:p>
          <a:p>
            <a:pPr indent="-236537" lvl="3" marL="1279525" marR="0" rtl="0" algn="l">
              <a:lnSpc>
                <a:spcPct val="100000"/>
              </a:lnSpc>
              <a:spcBef>
                <a:spcPts val="320"/>
              </a:spcBef>
              <a:spcAft>
                <a:spcPts val="0"/>
              </a:spcAft>
              <a:buClr>
                <a:srgbClr val="E7BC29"/>
              </a:buClr>
              <a:buSzPts val="1440"/>
              <a:buFont typeface="Noto Sans Symbols"/>
              <a:buChar char="⚫"/>
            </a:pPr>
            <a:r>
              <a:rPr b="0" i="0" lang="en-US" sz="1600" u="none" cap="none" strike="noStrike">
                <a:solidFill>
                  <a:schemeClr val="lt1"/>
                </a:solidFill>
                <a:latin typeface="Arial"/>
                <a:ea typeface="Arial"/>
                <a:cs typeface="Arial"/>
                <a:sym typeface="Arial"/>
              </a:rPr>
              <a:t>.net: relacionadas con la red</a:t>
            </a:r>
            <a:endParaRPr/>
          </a:p>
          <a:p>
            <a:pPr indent="-236537" lvl="3" marL="1279525" marR="0" rtl="0" algn="l">
              <a:lnSpc>
                <a:spcPct val="100000"/>
              </a:lnSpc>
              <a:spcBef>
                <a:spcPts val="320"/>
              </a:spcBef>
              <a:spcAft>
                <a:spcPts val="0"/>
              </a:spcAft>
              <a:buClr>
                <a:srgbClr val="E7BC29"/>
              </a:buClr>
              <a:buSzPts val="1440"/>
              <a:buFont typeface="Noto Sans Symbols"/>
              <a:buChar char="⚫"/>
            </a:pPr>
            <a:r>
              <a:rPr b="0" i="0" lang="en-US" sz="1600" u="none" cap="none" strike="noStrike">
                <a:solidFill>
                  <a:schemeClr val="lt1"/>
                </a:solidFill>
                <a:latin typeface="Arial"/>
                <a:ea typeface="Arial"/>
                <a:cs typeface="Arial"/>
                <a:sym typeface="Arial"/>
              </a:rPr>
              <a:t>.org: organización no comercial</a:t>
            </a:r>
            <a:endParaRPr/>
          </a:p>
          <a:p>
            <a:pPr indent="-236537" lvl="3" marL="1279525" marR="0" rtl="0" algn="l">
              <a:lnSpc>
                <a:spcPct val="100000"/>
              </a:lnSpc>
              <a:spcBef>
                <a:spcPts val="320"/>
              </a:spcBef>
              <a:spcAft>
                <a:spcPts val="0"/>
              </a:spcAft>
              <a:buClr>
                <a:srgbClr val="E7BC29"/>
              </a:buClr>
              <a:buSzPts val="1440"/>
              <a:buFont typeface="Noto Sans Symbols"/>
              <a:buChar char="⚫"/>
            </a:pPr>
            <a:r>
              <a:rPr b="0" i="0" lang="en-US" sz="1600" u="none" cap="none" strike="noStrike">
                <a:solidFill>
                  <a:schemeClr val="lt1"/>
                </a:solidFill>
                <a:latin typeface="Arial"/>
                <a:ea typeface="Arial"/>
                <a:cs typeface="Arial"/>
                <a:sym typeface="Arial"/>
              </a:rPr>
              <a:t>.gov: gobiernos y entidades públicas</a:t>
            </a:r>
            <a:endParaRPr/>
          </a:p>
          <a:p>
            <a:pPr indent="-236537" lvl="3" marL="1279525" marR="0" rtl="0" algn="l">
              <a:lnSpc>
                <a:spcPct val="100000"/>
              </a:lnSpc>
              <a:spcBef>
                <a:spcPts val="320"/>
              </a:spcBef>
              <a:spcAft>
                <a:spcPts val="0"/>
              </a:spcAft>
              <a:buClr>
                <a:srgbClr val="E7BC29"/>
              </a:buClr>
              <a:buSzPts val="1440"/>
              <a:buFont typeface="Noto Sans Symbols"/>
              <a:buChar char="⚫"/>
            </a:pPr>
            <a:r>
              <a:rPr b="0" i="0" lang="en-US" sz="1600" u="none" cap="none" strike="noStrike">
                <a:solidFill>
                  <a:schemeClr val="lt1"/>
                </a:solidFill>
                <a:latin typeface="Arial"/>
                <a:ea typeface="Arial"/>
                <a:cs typeface="Arial"/>
                <a:sym typeface="Arial"/>
              </a:rPr>
              <a:t>.edu: instituciones educativas</a:t>
            </a:r>
            <a:endParaRPr/>
          </a:p>
          <a:p>
            <a:pPr indent="-301308" lvl="0" marL="419100" marR="0" rtl="0" algn="l">
              <a:spcBef>
                <a:spcPts val="320"/>
              </a:spcBef>
              <a:spcAft>
                <a:spcPts val="0"/>
              </a:spcAft>
              <a:buClr>
                <a:schemeClr val="accent1"/>
              </a:buClr>
              <a:buSzPts val="1280"/>
              <a:buFont typeface="Noto Sans Symbols"/>
              <a:buNone/>
            </a:pPr>
            <a:r>
              <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2. Dominios</a:t>
            </a:r>
            <a:endParaRPr/>
          </a:p>
        </p:txBody>
      </p:sp>
      <p:sp>
        <p:nvSpPr>
          <p:cNvPr id="178" name="Google Shape;178;p10"/>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Dominios de primer nivel </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Dominios geográficos</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es (España), fr (Francia), it (Italia), jp (Japón), uk (Reino Unido) , etc…</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No indican dónde está situada la máquina, simplemente hacen referencia a un país</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Gestionados por una entidad de cada país, dependiente del gobierno</a:t>
            </a:r>
            <a:endParaRPr/>
          </a:p>
          <a:p>
            <a:pPr indent="-236537" lvl="3" marL="1279525" marR="0" rtl="0" algn="l">
              <a:lnSpc>
                <a:spcPct val="100000"/>
              </a:lnSpc>
              <a:spcBef>
                <a:spcPts val="320"/>
              </a:spcBef>
              <a:spcAft>
                <a:spcPts val="0"/>
              </a:spcAft>
              <a:buClr>
                <a:srgbClr val="E7BC29"/>
              </a:buClr>
              <a:buSzPts val="1440"/>
              <a:buFont typeface="Noto Sans Symbols"/>
              <a:buChar char="⚫"/>
            </a:pPr>
            <a:r>
              <a:rPr b="0" i="0" lang="en-US" sz="1600" u="none" cap="none" strike="noStrike">
                <a:solidFill>
                  <a:schemeClr val="lt1"/>
                </a:solidFill>
                <a:latin typeface="Arial"/>
                <a:ea typeface="Arial"/>
                <a:cs typeface="Arial"/>
                <a:sym typeface="Arial"/>
              </a:rPr>
              <a:t>En España primero lo gestionó RedIRIS, y luego Red.es (Ministerio de Industria)</a:t>
            </a:r>
            <a:endParaRPr/>
          </a:p>
          <a:p>
            <a:pPr indent="-301308" lvl="0" marL="419100" marR="0" rtl="0" algn="l">
              <a:spcBef>
                <a:spcPts val="320"/>
              </a:spcBef>
              <a:spcAft>
                <a:spcPts val="0"/>
              </a:spcAft>
              <a:buClr>
                <a:schemeClr val="accent1"/>
              </a:buClr>
              <a:buSzPts val="1280"/>
              <a:buFont typeface="Noto Sans Symbols"/>
              <a:buNone/>
            </a:pPr>
            <a:r>
              <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184" name="Google Shape;184;p11"/>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9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Proceso de resolución iterativo</a:t>
            </a:r>
            <a:endParaRPr/>
          </a:p>
          <a:p>
            <a:pPr indent="-273049" lvl="1" marL="722312" marR="0" rtl="0" algn="l">
              <a:lnSpc>
                <a:spcPct val="9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Ejemplo: resolución de </a:t>
            </a:r>
            <a:r>
              <a:rPr b="0" i="0" lang="en-US" sz="2400" u="sng" cap="none" strike="noStrike">
                <a:solidFill>
                  <a:schemeClr val="lt1"/>
                </a:solidFill>
                <a:latin typeface="Arial"/>
                <a:ea typeface="Arial"/>
                <a:cs typeface="Arial"/>
                <a:sym typeface="Arial"/>
                <a:hlinkClick r:id="rId3">
                  <a:extLst>
                    <a:ext uri="{A12FA001-AC4F-418D-AE19-62706E023703}">
                      <ahyp:hlinkClr val="tx"/>
                    </a:ext>
                  </a:extLst>
                </a:hlinkClick>
              </a:rPr>
              <a:t>www.google.com</a:t>
            </a:r>
            <a:endParaRPr/>
          </a:p>
          <a:p>
            <a:pPr indent="-273049" lvl="1" marL="722312" marR="0" rtl="0" algn="l">
              <a:lnSpc>
                <a:spcPct val="9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0. El cliente pregunta a su servidor DNS la IP de </a:t>
            </a:r>
            <a:r>
              <a:rPr b="0" i="0" lang="en-US" sz="2400" u="sng" cap="none" strike="noStrike">
                <a:solidFill>
                  <a:schemeClr val="lt1"/>
                </a:solidFill>
                <a:latin typeface="Arial"/>
                <a:ea typeface="Arial"/>
                <a:cs typeface="Arial"/>
                <a:sym typeface="Arial"/>
                <a:hlinkClick r:id="rId4">
                  <a:extLst>
                    <a:ext uri="{A12FA001-AC4F-418D-AE19-62706E023703}">
                      <ahyp:hlinkClr val="tx"/>
                    </a:ext>
                  </a:extLst>
                </a:hlinkClick>
              </a:rPr>
              <a:t>www.google.com</a:t>
            </a:r>
            <a:r>
              <a:rPr b="0" i="0" lang="en-US" sz="2400" u="none" cap="none" strike="noStrike">
                <a:solidFill>
                  <a:schemeClr val="lt1"/>
                </a:solidFill>
                <a:latin typeface="Arial"/>
                <a:ea typeface="Arial"/>
                <a:cs typeface="Arial"/>
                <a:sym typeface="Arial"/>
              </a:rPr>
              <a:t>0. El cliente pregunta a su servidor DNS la IP de www.google.com En realidad, el nombre es: </a:t>
            </a:r>
            <a:r>
              <a:rPr b="0" i="0" lang="en-US" sz="2400" u="sng" cap="none" strike="noStrike">
                <a:solidFill>
                  <a:schemeClr val="lt1"/>
                </a:solidFill>
                <a:latin typeface="Arial"/>
                <a:ea typeface="Arial"/>
                <a:cs typeface="Arial"/>
                <a:sym typeface="Arial"/>
                <a:hlinkClick r:id="rId5">
                  <a:extLst>
                    <a:ext uri="{A12FA001-AC4F-418D-AE19-62706E023703}">
                      <ahyp:hlinkClr val="tx"/>
                    </a:ext>
                  </a:extLst>
                </a:hlinkClick>
              </a:rPr>
              <a:t>www.google.com</a:t>
            </a:r>
            <a:r>
              <a:rPr b="0" i="0" lang="en-US" sz="2400" u="none" cap="none" strike="noStrike">
                <a:solidFill>
                  <a:schemeClr val="lt1"/>
                </a:solidFill>
                <a:latin typeface="Arial"/>
                <a:ea typeface="Arial"/>
                <a:cs typeface="Arial"/>
                <a:sym typeface="Arial"/>
              </a:rPr>
              <a:t>.</a:t>
            </a:r>
            <a:endParaRPr/>
          </a:p>
          <a:p>
            <a:pPr indent="-273049" lvl="1" marL="722312" marR="0" rtl="0" algn="l">
              <a:lnSpc>
                <a:spcPct val="9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1. El servidor DNS primero pregunta al servidor raíz de toda la jerarquía DNS (el punto), que contiene información sobre quién resuelve los dominios de primer nivel (.com, .net, .es…). “¿Quién gestiona los .com?”</a:t>
            </a:r>
            <a:endParaRPr/>
          </a:p>
          <a:p>
            <a:pPr indent="-273049" lvl="1" marL="722312" marR="0" rtl="0" algn="l">
              <a:lnSpc>
                <a:spcPct val="9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2. El servidor raíz responde al servidor DNS. “Pregúntale a 20.15.32.43”</a:t>
            </a:r>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2"/>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190" name="Google Shape;190;p12"/>
          <p:cNvSpPr txBox="1"/>
          <p:nvPr>
            <p:ph idx="1" type="body"/>
          </p:nvPr>
        </p:nvSpPr>
        <p:spPr>
          <a:xfrm>
            <a:off x="250825" y="1700212"/>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Proceso de resolución iterativo</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3. El servidor DNS le pregunta a 20.15.32.43, que sabe quién gestiona los dominios de 2º nivel de .com (prueba.com, ejemplo.com, google.com…). “¿Quién gestiona google.com?”</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4. El equipo 20.15.32.43 le responde al servidor DNS: “Pregúntale a 150.13.40.43”</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5. El servidor DNS le pregunta a 150.13.40.43, que sabe quién gestiona los dominios dentro de google.com (news.google.com, mail.google.com, www.google.com…). “¿Cuál es la IP de </a:t>
            </a:r>
            <a:r>
              <a:rPr b="0" i="0" lang="en-US" sz="2400" u="sng" cap="none" strike="noStrike">
                <a:solidFill>
                  <a:schemeClr val="lt1"/>
                </a:solidFill>
                <a:latin typeface="Arial"/>
                <a:ea typeface="Arial"/>
                <a:cs typeface="Arial"/>
                <a:sym typeface="Arial"/>
                <a:hlinkClick r:id="rId3">
                  <a:extLst>
                    <a:ext uri="{A12FA001-AC4F-418D-AE19-62706E023703}">
                      <ahyp:hlinkClr val="tx"/>
                    </a:ext>
                  </a:extLst>
                </a:hlinkClick>
              </a:rPr>
              <a:t>www.google.com</a:t>
            </a:r>
            <a:r>
              <a:rPr b="0" i="0" lang="en-US" sz="2400" u="none" cap="none" strike="noStrike">
                <a:solidFill>
                  <a:schemeClr val="lt1"/>
                </a:solidFill>
                <a:latin typeface="Arial"/>
                <a:ea typeface="Arial"/>
                <a:cs typeface="Arial"/>
                <a:sym typeface="Arial"/>
              </a:rPr>
              <a:t>?”</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6. El equipo 150.13.40.43 le responde al servidor DNS: “La IP de </a:t>
            </a:r>
            <a:r>
              <a:rPr b="0" i="0" lang="en-US" sz="2400" u="sng" cap="none" strike="noStrike">
                <a:solidFill>
                  <a:schemeClr val="lt1"/>
                </a:solidFill>
                <a:latin typeface="Arial"/>
                <a:ea typeface="Arial"/>
                <a:cs typeface="Arial"/>
                <a:sym typeface="Arial"/>
                <a:hlinkClick r:id="rId4">
                  <a:extLst>
                    <a:ext uri="{A12FA001-AC4F-418D-AE19-62706E023703}">
                      <ahyp:hlinkClr val="tx"/>
                    </a:ext>
                  </a:extLst>
                </a:hlinkClick>
              </a:rPr>
              <a:t>www.google.com</a:t>
            </a:r>
            <a:r>
              <a:rPr b="0" i="0" lang="en-US" sz="2400" u="none" cap="none" strike="noStrike">
                <a:solidFill>
                  <a:schemeClr val="lt1"/>
                </a:solidFill>
                <a:latin typeface="Arial"/>
                <a:ea typeface="Arial"/>
                <a:cs typeface="Arial"/>
                <a:sym typeface="Arial"/>
              </a:rPr>
              <a:t> es 66.249.91.99”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196" name="Google Shape;196;p13"/>
          <p:cNvSpPr txBox="1"/>
          <p:nvPr>
            <p:ph idx="1" type="body"/>
          </p:nvPr>
        </p:nvSpPr>
        <p:spPr>
          <a:xfrm>
            <a:off x="539750" y="1700212"/>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Proceso de resolución iterativo</a:t>
            </a:r>
            <a:endParaRPr/>
          </a:p>
          <a:p>
            <a:pPr indent="-273049" lvl="1" marL="722312" marR="0" rtl="0" algn="l">
              <a:lnSpc>
                <a:spcPct val="100000"/>
              </a:lnSpc>
              <a:spcBef>
                <a:spcPts val="520"/>
              </a:spcBef>
              <a:spcAft>
                <a:spcPts val="0"/>
              </a:spcAft>
              <a:buClr>
                <a:schemeClr val="accent1"/>
              </a:buClr>
              <a:buSzPts val="2340"/>
              <a:buFont typeface="Noto Sans Symbols"/>
              <a:buChar char="⚫"/>
            </a:pPr>
            <a:r>
              <a:rPr b="0" i="0" lang="en-US" sz="2600" u="none" cap="none" strike="noStrike">
                <a:solidFill>
                  <a:schemeClr val="lt1"/>
                </a:solidFill>
                <a:latin typeface="Arial"/>
                <a:ea typeface="Arial"/>
                <a:cs typeface="Arial"/>
                <a:sym typeface="Arial"/>
              </a:rPr>
              <a:t>7. El servidor DNS le devuelve la respuesta al cliente inicial: “Ya he averiguado la IP de </a:t>
            </a:r>
            <a:r>
              <a:rPr b="0" i="0" lang="en-US" sz="2600" u="sng" cap="none" strike="noStrike">
                <a:solidFill>
                  <a:schemeClr val="lt1"/>
                </a:solidFill>
                <a:latin typeface="Arial"/>
                <a:ea typeface="Arial"/>
                <a:cs typeface="Arial"/>
                <a:sym typeface="Arial"/>
                <a:hlinkClick r:id="rId3">
                  <a:extLst>
                    <a:ext uri="{A12FA001-AC4F-418D-AE19-62706E023703}">
                      <ahyp:hlinkClr val="tx"/>
                    </a:ext>
                  </a:extLst>
                </a:hlinkClick>
              </a:rPr>
              <a:t>www.google.com</a:t>
            </a:r>
            <a:r>
              <a:rPr b="0" i="0" lang="en-US" sz="2600" u="none" cap="none" strike="noStrike">
                <a:solidFill>
                  <a:schemeClr val="lt1"/>
                </a:solidFill>
                <a:latin typeface="Arial"/>
                <a:ea typeface="Arial"/>
                <a:cs typeface="Arial"/>
                <a:sym typeface="Arial"/>
              </a:rPr>
              <a:t>, es 66.249.91.99”</a:t>
            </a:r>
            <a:endParaRPr/>
          </a:p>
          <a:p>
            <a:pPr indent="-273049" lvl="1" marL="722312" marR="0" rtl="0" algn="l">
              <a:lnSpc>
                <a:spcPct val="100000"/>
              </a:lnSpc>
              <a:spcBef>
                <a:spcPts val="520"/>
              </a:spcBef>
              <a:spcAft>
                <a:spcPts val="0"/>
              </a:spcAft>
              <a:buClr>
                <a:schemeClr val="accent1"/>
              </a:buClr>
              <a:buSzPts val="2340"/>
              <a:buFont typeface="Noto Sans Symbols"/>
              <a:buChar char="⚫"/>
            </a:pPr>
            <a:r>
              <a:rPr b="0" i="0" lang="en-US" sz="2600" u="none" cap="none" strike="noStrike">
                <a:solidFill>
                  <a:schemeClr val="lt1"/>
                </a:solidFill>
                <a:latin typeface="Arial"/>
                <a:ea typeface="Arial"/>
                <a:cs typeface="Arial"/>
                <a:sym typeface="Arial"/>
              </a:rPr>
              <a:t>8. El cliente realiza la petición correspondiente a www.google.com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02" name="Google Shape;202;p14"/>
          <p:cNvSpPr txBox="1"/>
          <p:nvPr>
            <p:ph idx="1" type="body"/>
          </p:nvPr>
        </p:nvSpPr>
        <p:spPr>
          <a:xfrm>
            <a:off x="468312" y="1268412"/>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1920"/>
              <a:buFont typeface="Noto Sans Symbols"/>
              <a:buChar char="⦿"/>
            </a:pPr>
            <a:r>
              <a:rPr b="0" i="0" lang="en-US" sz="2400" u="none">
                <a:solidFill>
                  <a:schemeClr val="lt1"/>
                </a:solidFill>
                <a:latin typeface="Arial"/>
                <a:ea typeface="Arial"/>
                <a:cs typeface="Arial"/>
                <a:sym typeface="Arial"/>
              </a:rPr>
              <a:t>Proceso de resolución recursivo/iterativo</a:t>
            </a:r>
            <a:endParaRPr/>
          </a:p>
          <a:p>
            <a:pPr indent="-273049" lvl="1" marL="722312" marR="0" rtl="0" algn="l">
              <a:lnSpc>
                <a:spcPct val="10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Recursivo: esperar respuesta (típicamente, sólo el cliente DNS inicial es recursivo)</a:t>
            </a:r>
            <a:endParaRPr/>
          </a:p>
          <a:p>
            <a:pPr indent="-273049" lvl="1" marL="722312" marR="0" rtl="0" algn="l">
              <a:lnSpc>
                <a:spcPct val="10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Iterativo: preguntar hasta obtener respuesta (servidores DNS)</a:t>
            </a:r>
            <a:endParaRPr/>
          </a:p>
        </p:txBody>
      </p:sp>
      <p:pic>
        <p:nvPicPr>
          <p:cNvPr id="203" name="Google Shape;203;p14"/>
          <p:cNvPicPr preferRelativeResize="0"/>
          <p:nvPr/>
        </p:nvPicPr>
        <p:blipFill rotWithShape="1">
          <a:blip r:embed="rId3">
            <a:alphaModFix/>
          </a:blip>
          <a:srcRect b="0" l="0" r="0" t="0"/>
          <a:stretch/>
        </p:blipFill>
        <p:spPr>
          <a:xfrm>
            <a:off x="2051050" y="2708275"/>
            <a:ext cx="5041900" cy="39925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09" name="Google Shape;209;p15"/>
          <p:cNvSpPr txBox="1"/>
          <p:nvPr>
            <p:ph idx="1" type="body"/>
          </p:nvPr>
        </p:nvSpPr>
        <p:spPr>
          <a:xfrm>
            <a:off x="323850" y="1628775"/>
            <a:ext cx="8640762"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9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Proceso de resolución (aspectos adicionales)</a:t>
            </a:r>
            <a:endParaRPr/>
          </a:p>
          <a:p>
            <a:pPr indent="-273049" lvl="1" marL="722312" marR="0" rtl="0" algn="l">
              <a:lnSpc>
                <a:spcPct val="90000"/>
              </a:lnSpc>
              <a:spcBef>
                <a:spcPts val="520"/>
              </a:spcBef>
              <a:spcAft>
                <a:spcPts val="0"/>
              </a:spcAft>
              <a:buClr>
                <a:schemeClr val="accent1"/>
              </a:buClr>
              <a:buSzPts val="2340"/>
              <a:buFont typeface="Noto Sans Symbols"/>
              <a:buChar char="⚫"/>
            </a:pPr>
            <a:r>
              <a:rPr b="0" i="0" lang="en-US" sz="2600" u="none" cap="none" strike="noStrike">
                <a:solidFill>
                  <a:schemeClr val="lt1"/>
                </a:solidFill>
                <a:latin typeface="Arial"/>
                <a:ea typeface="Arial"/>
                <a:cs typeface="Arial"/>
                <a:sym typeface="Arial"/>
              </a:rPr>
              <a:t>Tanto los servidores DNS como los clientes guardan una caché de nombres ya resueltos junto con su caducidad</a:t>
            </a:r>
            <a:endParaRPr/>
          </a:p>
        </p:txBody>
      </p:sp>
      <p:pic>
        <p:nvPicPr>
          <p:cNvPr id="210" name="Google Shape;210;p15"/>
          <p:cNvPicPr preferRelativeResize="0"/>
          <p:nvPr/>
        </p:nvPicPr>
        <p:blipFill rotWithShape="1">
          <a:blip r:embed="rId3">
            <a:alphaModFix/>
          </a:blip>
          <a:srcRect b="0" l="0" r="0" t="0"/>
          <a:stretch/>
        </p:blipFill>
        <p:spPr>
          <a:xfrm>
            <a:off x="1042987" y="3500437"/>
            <a:ext cx="7191375" cy="2886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6"/>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16" name="Google Shape;216;p16"/>
          <p:cNvSpPr txBox="1"/>
          <p:nvPr>
            <p:ph idx="1" type="body"/>
          </p:nvPr>
        </p:nvSpPr>
        <p:spPr>
          <a:xfrm>
            <a:off x="323850" y="1628775"/>
            <a:ext cx="8640762" cy="4543425"/>
          </a:xfrm>
          <a:prstGeom prst="rect">
            <a:avLst/>
          </a:prstGeom>
          <a:noFill/>
          <a:ln>
            <a:noFill/>
          </a:ln>
        </p:spPr>
        <p:txBody>
          <a:bodyPr anchorCtr="0" anchor="t" bIns="45700" lIns="91425" spcFirstLastPara="1" rIns="91425" wrap="square" tIns="45700">
            <a:norm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Proceso de resolución (aspectos adicionales)</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En la caché no sólo se guarda la resolución de las consultas, sino todos los resultados intermedios</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Dependiendo de lo que haga un servidor ante una consulta podemos clasificarlos en:</a:t>
            </a:r>
            <a:endParaRPr/>
          </a:p>
          <a:p>
            <a:pPr indent="-255587" lvl="2" marL="1004887" marR="0" rtl="0" algn="l">
              <a:lnSpc>
                <a:spcPct val="8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Servidores autorizados: comprueban la caché, comprueban su zona y devuelven la dirección IP solicitada</a:t>
            </a:r>
            <a:endParaRPr/>
          </a:p>
          <a:p>
            <a:pPr indent="-255587" lvl="2" marL="1004887" marR="0" rtl="0" algn="l">
              <a:lnSpc>
                <a:spcPct val="8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Servidores no autorizados: reenvían la consulta a otro servidor</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Cada “jefe” de un dominio (.com, .net…) o subdominio en realidad son varios equipos. Uno de ellos es el principal y el resto son secundarios (copias del principal) que se sincronizan cada cierto tiempo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7"/>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22" name="Google Shape;222;p17"/>
          <p:cNvSpPr txBox="1"/>
          <p:nvPr>
            <p:ph idx="1" type="body"/>
          </p:nvPr>
        </p:nvSpPr>
        <p:spPr>
          <a:xfrm>
            <a:off x="323850" y="1628775"/>
            <a:ext cx="8640762" cy="4543425"/>
          </a:xfrm>
          <a:prstGeom prst="rect">
            <a:avLst/>
          </a:prstGeom>
          <a:noFill/>
          <a:ln>
            <a:noFill/>
          </a:ln>
        </p:spPr>
        <p:txBody>
          <a:bodyPr anchorCtr="0" anchor="t" bIns="45700" lIns="91425" spcFirstLastPara="1" rIns="91425" wrap="square" tIns="45700">
            <a:normAutofit/>
          </a:bodyPr>
          <a:lstStyle/>
          <a:p>
            <a:pPr indent="-382587" lvl="0" marL="419100" marR="0" rtl="0" algn="l">
              <a:lnSpc>
                <a:spcPct val="70000"/>
              </a:lnSpc>
              <a:spcBef>
                <a:spcPts val="0"/>
              </a:spcBef>
              <a:spcAft>
                <a:spcPts val="0"/>
              </a:spcAft>
              <a:buClr>
                <a:schemeClr val="accent1"/>
              </a:buClr>
              <a:buSzPts val="2080"/>
              <a:buFont typeface="Noto Sans Symbols"/>
              <a:buChar char="⦿"/>
            </a:pPr>
            <a:r>
              <a:rPr b="0" i="0" lang="en-US" sz="2600" u="none">
                <a:solidFill>
                  <a:schemeClr val="lt1"/>
                </a:solidFill>
                <a:latin typeface="Arial"/>
                <a:ea typeface="Arial"/>
                <a:cs typeface="Arial"/>
                <a:sym typeface="Arial"/>
              </a:rPr>
              <a:t>Delegación</a:t>
            </a:r>
            <a:endParaRPr/>
          </a:p>
          <a:p>
            <a:pPr indent="-273049" lvl="1" marL="722312" marR="0" rtl="0" algn="l">
              <a:lnSpc>
                <a:spcPct val="7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Proceso en el cual un gestor de un determinado dominio confía la tarea de gestión de un dominio hijo en otra entidad.</a:t>
            </a:r>
            <a:endParaRPr/>
          </a:p>
          <a:p>
            <a:pPr indent="-273049" lvl="1" marL="722312" marR="0" rtl="0" algn="l">
              <a:lnSpc>
                <a:spcPct val="7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Los equipos que gestionan un dominio pueden añadir o eliminar libremente hosts a dicho dominio de manera independiente y sin avisar al dominio padre</a:t>
            </a:r>
            <a:endParaRPr/>
          </a:p>
          <a:p>
            <a:pPr indent="-273049" lvl="1" marL="722312" marR="0" rtl="0" algn="l">
              <a:lnSpc>
                <a:spcPct val="7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De esta forma, los servidores padre delegan la resolución de nombres en los servidores hijo, liberándose de parte de las tareas que les corresponde</a:t>
            </a:r>
            <a:endParaRPr/>
          </a:p>
          <a:p>
            <a:pPr indent="-273049" lvl="1" marL="722312" marR="0" rtl="0" algn="l">
              <a:lnSpc>
                <a:spcPct val="7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Ejemplo:</a:t>
            </a:r>
            <a:endParaRPr/>
          </a:p>
          <a:p>
            <a:pPr indent="-255587" lvl="2" marL="1004887" marR="0" rtl="0" algn="l">
              <a:lnSpc>
                <a:spcPct val="7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ICANN delega la gestión del ccTLD .es a Red.es </a:t>
            </a:r>
            <a:endParaRPr/>
          </a:p>
          <a:p>
            <a:pPr indent="-255587" lvl="2" marL="1004887" marR="0" rtl="0" algn="l">
              <a:lnSpc>
                <a:spcPct val="7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ICANN no se encarga de gestionar altas y bajas de dominios que cuelgan de .es</a:t>
            </a:r>
            <a:endParaRPr/>
          </a:p>
          <a:p>
            <a:pPr indent="-255587" lvl="2" marL="1004887" marR="0" rtl="0" algn="l">
              <a:lnSpc>
                <a:spcPct val="7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Los servidores raíz únicamente saben del dominio .es las direcciones IP de los servidores DNS de Red.es </a:t>
            </a:r>
            <a:endParaRPr/>
          </a:p>
          <a:p>
            <a:pPr indent="-255587" lvl="2" marL="1004887" marR="0" rtl="0" algn="l">
              <a:lnSpc>
                <a:spcPct val="7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Red.es se encarga de las altas y bajas de su dominio, y de mantener los servidores y la base de datos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28" name="Google Shape;228;p18"/>
          <p:cNvSpPr txBox="1"/>
          <p:nvPr>
            <p:ph idx="1" type="body"/>
          </p:nvPr>
        </p:nvSpPr>
        <p:spPr>
          <a:xfrm>
            <a:off x="323850" y="1628775"/>
            <a:ext cx="8640762" cy="4543425"/>
          </a:xfrm>
          <a:prstGeom prst="rect">
            <a:avLst/>
          </a:prstGeom>
          <a:noFill/>
          <a:ln>
            <a:noFill/>
          </a:ln>
        </p:spPr>
        <p:txBody>
          <a:bodyPr anchorCtr="0" anchor="t" bIns="45700" lIns="91425" spcFirstLastPara="1" rIns="91425" wrap="square" tIns="45700">
            <a:normAutofit/>
          </a:bodyPr>
          <a:lstStyle/>
          <a:p>
            <a:pPr indent="-382587" lvl="0" marL="419100" marR="0" rtl="0" algn="l">
              <a:lnSpc>
                <a:spcPct val="7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Dominios y zonas</a:t>
            </a:r>
            <a:endParaRPr/>
          </a:p>
          <a:p>
            <a:pPr indent="-273049" lvl="1" marL="722312" marR="0" rtl="0" algn="l">
              <a:lnSpc>
                <a:spcPct val="7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Dominio=cualquier subárbol de la estructura DNS y todo lo que "cuelga" de él (dominio raíz, dominio .es, …)</a:t>
            </a:r>
            <a:endParaRPr/>
          </a:p>
          <a:p>
            <a:pPr indent="-273049" lvl="1" marL="722312" marR="0" rtl="0" algn="l">
              <a:lnSpc>
                <a:spcPct val="7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Zona=datos realmente almacenados en el servidor de dominio</a:t>
            </a:r>
            <a:endParaRPr/>
          </a:p>
          <a:p>
            <a:pPr indent="-255587" lvl="2" marL="1004887" marR="0" rtl="0" algn="l">
              <a:lnSpc>
                <a:spcPct val="7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Datos de la zona raíz: direcciones de los servidores DNS de todos los dominios de primer nivel (.es, .com, .net, etc…)</a:t>
            </a:r>
            <a:endParaRPr/>
          </a:p>
          <a:p>
            <a:pPr indent="-255587" lvl="2" marL="1004887" marR="0" rtl="0" algn="l">
              <a:lnSpc>
                <a:spcPct val="7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Datos de la zona .es: direcciones de los servidores DNS de segundo nivel (miempresa.es, ejemplo.es,…)</a:t>
            </a:r>
            <a:endParaRPr/>
          </a:p>
          <a:p>
            <a:pPr indent="-255587" lvl="2" marL="1004887" marR="0" rtl="0" algn="l">
              <a:lnSpc>
                <a:spcPct val="7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Datos de la zona miempresa.es: direcciones IP de hosts concretos (www.miempresa.es, ftp.miempresa.es,…)</a:t>
            </a:r>
            <a:endParaRPr/>
          </a:p>
          <a:p>
            <a:pPr indent="-255587" lvl="2" marL="1004887" marR="0" rtl="0" algn="l">
              <a:lnSpc>
                <a:spcPct val="7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Gracias a la delegación y a la separación entre dominios y zonas, los servidores raíz no conocen la IP de www.miempresa.es </a:t>
            </a:r>
            <a:endParaRPr/>
          </a:p>
          <a:p>
            <a:pPr indent="-255587" lvl="2" marL="1004887" marR="0" rtl="0" algn="l">
              <a:lnSpc>
                <a:spcPct val="70000"/>
              </a:lnSpc>
              <a:spcBef>
                <a:spcPts val="440"/>
              </a:spcBef>
              <a:spcAft>
                <a:spcPts val="0"/>
              </a:spcAft>
              <a:buClr>
                <a:schemeClr val="accent2"/>
              </a:buClr>
              <a:buSzPts val="1870"/>
              <a:buFont typeface="Arial"/>
              <a:buChar char="○"/>
            </a:pPr>
            <a:r>
              <a:rPr b="0" i="0" lang="en-US" sz="2200" u="none" cap="none" strike="noStrike">
                <a:solidFill>
                  <a:schemeClr val="lt1"/>
                </a:solidFill>
                <a:latin typeface="Arial"/>
                <a:ea typeface="Arial"/>
                <a:cs typeface="Arial"/>
                <a:sym typeface="Arial"/>
              </a:rPr>
              <a:t>Cada vez que se delega un dominio, se crea una nueva zona separada del dominio padre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9"/>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34" name="Google Shape;234;p19"/>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10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Servidores raíz (“punto”)</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En realidad, no hay uno, sino que hay 13 en el mundo, cuyos nombres son:</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A.ROOT-SERVERS.NET</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B.ROOT-SERVERS.NET</a:t>
            </a:r>
            <a:endParaRPr/>
          </a:p>
          <a:p>
            <a:pPr indent="-255587" lvl="2" marL="1004887" marR="0" rtl="0" algn="l">
              <a:lnSpc>
                <a:spcPct val="100000"/>
              </a:lnSpc>
              <a:spcBef>
                <a:spcPts val="400"/>
              </a:spcBef>
              <a:spcAft>
                <a:spcPts val="0"/>
              </a:spcAft>
              <a:buClr>
                <a:schemeClr val="accent2"/>
              </a:buClr>
              <a:buSzPts val="1700"/>
              <a:buFont typeface="Arial"/>
              <a:buChar char="○"/>
            </a:pPr>
            <a:r>
              <a:rPr b="0" i="0" lang="en-US" sz="2000" u="none" cap="none" strike="noStrike">
                <a:solidFill>
                  <a:schemeClr val="lt1"/>
                </a:solidFill>
                <a:latin typeface="Arial"/>
                <a:ea typeface="Arial"/>
                <a:cs typeface="Arial"/>
                <a:sym typeface="Arial"/>
              </a:rPr>
              <a:t>C.ROOT-SERVERS.NET…</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A su vez cada uno de ellos son varios equipos</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F.ROOT-SERVERS.NET tiene sedes en Madrid (2002) y Barcelona (2005), aparte de en 40 ciudades más</a:t>
            </a:r>
            <a:endParaRPr/>
          </a:p>
          <a:p>
            <a:pPr indent="-273049" lvl="1" marL="722312" marR="0" rtl="0" algn="l">
              <a:lnSpc>
                <a:spcPct val="10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DNS → base de datos distribuida y jerárquica</a:t>
            </a:r>
            <a:endParaRPr/>
          </a:p>
          <a:p>
            <a:pPr indent="-147637" lvl="2" marL="1004887" marR="0" rtl="0" algn="l">
              <a:lnSpc>
                <a:spcPct val="100000"/>
              </a:lnSpc>
              <a:spcBef>
                <a:spcPts val="400"/>
              </a:spcBef>
              <a:spcAft>
                <a:spcPts val="0"/>
              </a:spcAft>
              <a:buClr>
                <a:schemeClr val="accent2"/>
              </a:buClr>
              <a:buSzPts val="1700"/>
              <a:buFont typeface="Arial"/>
              <a:buNone/>
            </a:pPr>
            <a:r>
              <a:t/>
            </a:r>
            <a:endParaRPr b="0" i="0" sz="2000" u="none" cap="none" strike="noStrike">
              <a:solidFill>
                <a:schemeClr val="lt1"/>
              </a:solidFill>
              <a:latin typeface="Arial"/>
              <a:ea typeface="Arial"/>
              <a:cs typeface="Arial"/>
              <a:sym typeface="Arial"/>
            </a:endParaRPr>
          </a:p>
          <a:p>
            <a:pPr indent="-280988" lvl="0" marL="419100" marR="0" rtl="0" algn="l">
              <a:spcBef>
                <a:spcPts val="400"/>
              </a:spcBef>
              <a:spcAft>
                <a:spcPts val="0"/>
              </a:spcAft>
              <a:buClr>
                <a:schemeClr val="accent1"/>
              </a:buClr>
              <a:buSzPts val="1600"/>
              <a:buFont typeface="Noto Sans Symbols"/>
              <a:buNone/>
            </a:pPr>
            <a:r>
              <a:t/>
            </a:r>
            <a:endParaRPr b="0" i="0" sz="2000" u="none" cap="none" strike="noStrik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0"/>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40" name="Google Shape;240;p20"/>
          <p:cNvSpPr txBox="1"/>
          <p:nvPr>
            <p:ph idx="1" type="body"/>
          </p:nvPr>
        </p:nvSpPr>
        <p:spPr>
          <a:xfrm>
            <a:off x="457200" y="1981200"/>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90000"/>
              </a:lnSpc>
              <a:spcBef>
                <a:spcPts val="0"/>
              </a:spcBef>
              <a:spcAft>
                <a:spcPts val="0"/>
              </a:spcAft>
              <a:buClr>
                <a:schemeClr val="accent1"/>
              </a:buClr>
              <a:buSzPts val="1920"/>
              <a:buFont typeface="Noto Sans Symbols"/>
              <a:buChar char="⦿"/>
            </a:pPr>
            <a:r>
              <a:rPr b="0" i="0" lang="en-US" sz="2400" u="none">
                <a:solidFill>
                  <a:schemeClr val="lt1"/>
                </a:solidFill>
                <a:latin typeface="Arial"/>
                <a:ea typeface="Arial"/>
                <a:cs typeface="Arial"/>
                <a:sym typeface="Arial"/>
              </a:rPr>
              <a:t>ICANN</a:t>
            </a:r>
            <a:endParaRPr/>
          </a:p>
          <a:p>
            <a:pPr indent="-273049" lvl="1" marL="722312" marR="0" rtl="0" algn="l">
              <a:lnSpc>
                <a:spcPct val="9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Internet Corporation for Assigned Names and Numbers</a:t>
            </a:r>
            <a:endParaRPr/>
          </a:p>
          <a:p>
            <a:pPr indent="-273049" lvl="1" marL="722312" marR="0" rtl="0" algn="l">
              <a:lnSpc>
                <a:spcPct val="9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Gestión de nombres de dominios genéricos de 1º nivel y direcciones IP, identificadores de protocolos, códigos de países, administración del sistema de servidores raíz…</a:t>
            </a:r>
            <a:endParaRPr/>
          </a:p>
          <a:p>
            <a:pPr indent="-273049" lvl="1" marL="722312" marR="0" rtl="0" algn="l">
              <a:lnSpc>
                <a:spcPct val="9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Organización americana privada-pública</a:t>
            </a:r>
            <a:endParaRPr/>
          </a:p>
          <a:p>
            <a:pPr indent="-273049" lvl="1" marL="722312" marR="0" rtl="0" algn="l">
              <a:lnSpc>
                <a:spcPct val="9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Junta directiva de gran diversidad internacional</a:t>
            </a:r>
            <a:endParaRPr/>
          </a:p>
          <a:p>
            <a:pPr indent="-273049" lvl="1" marL="722312" marR="0" rtl="0" algn="l">
              <a:lnSpc>
                <a:spcPct val="9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Logros recientes</a:t>
            </a:r>
            <a:endParaRPr/>
          </a:p>
          <a:p>
            <a:pPr indent="-255587" lvl="2" marL="1004887" marR="0" rtl="0" algn="l">
              <a:lnSpc>
                <a:spcPct val="9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Establecer competitividad para el registro de nombres de dominio (↓80% coste)</a:t>
            </a:r>
            <a:endParaRPr/>
          </a:p>
          <a:p>
            <a:pPr indent="-255587" lvl="2" marL="1004887" marR="0" rtl="0" algn="l">
              <a:lnSpc>
                <a:spcPct val="9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Resolver controversia sobre los derechos de nombres de dominio</a:t>
            </a:r>
            <a:endParaRPr/>
          </a:p>
          <a:p>
            <a:pPr indent="-255587" lvl="2" marL="1004887" marR="0" rtl="0" algn="l">
              <a:lnSpc>
                <a:spcPct val="9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Introducir nuevos dominios (.aero, .biz, .coop, .info, .museum, .pro…)</a:t>
            </a:r>
            <a:endParaRPr/>
          </a:p>
          <a:p>
            <a:pPr indent="-255587" lvl="2" marL="1004887" marR="0" rtl="0" algn="l">
              <a:lnSpc>
                <a:spcPct val="9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Contribuir a la implantación de IPv6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3. Resolución de nombres</a:t>
            </a:r>
            <a:endParaRPr/>
          </a:p>
        </p:txBody>
      </p:sp>
      <p:sp>
        <p:nvSpPr>
          <p:cNvPr id="246" name="Google Shape;246;p21"/>
          <p:cNvSpPr txBox="1"/>
          <p:nvPr>
            <p:ph idx="1" type="body"/>
          </p:nvPr>
        </p:nvSpPr>
        <p:spPr>
          <a:xfrm>
            <a:off x="395287" y="1196975"/>
            <a:ext cx="8435975" cy="4543425"/>
          </a:xfrm>
          <a:prstGeom prst="rect">
            <a:avLst/>
          </a:prstGeom>
          <a:noFill/>
          <a:ln>
            <a:noFill/>
          </a:ln>
        </p:spPr>
        <p:txBody>
          <a:bodyPr anchorCtr="0" anchor="t" bIns="45700" lIns="91425" spcFirstLastPara="1" rIns="91425" wrap="square" tIns="45700">
            <a:noAutofit/>
          </a:bodyPr>
          <a:lstStyle/>
          <a:p>
            <a:pPr indent="-382587" lvl="0" marL="419100" marR="0" rtl="0" algn="l">
              <a:lnSpc>
                <a:spcPct val="90000"/>
              </a:lnSpc>
              <a:spcBef>
                <a:spcPts val="0"/>
              </a:spcBef>
              <a:spcAft>
                <a:spcPts val="0"/>
              </a:spcAft>
              <a:buClr>
                <a:schemeClr val="accent1"/>
              </a:buClr>
              <a:buSzPts val="1920"/>
              <a:buFont typeface="Noto Sans Symbols"/>
              <a:buChar char="⦿"/>
            </a:pPr>
            <a:r>
              <a:rPr b="0" i="0" lang="en-US" sz="2400" u="none">
                <a:solidFill>
                  <a:schemeClr val="lt1"/>
                </a:solidFill>
                <a:latin typeface="Arial"/>
                <a:ea typeface="Arial"/>
                <a:cs typeface="Arial"/>
                <a:sym typeface="Arial"/>
              </a:rPr>
              <a:t>DNS Amplification Attack</a:t>
            </a:r>
            <a:endParaRPr/>
          </a:p>
        </p:txBody>
      </p:sp>
      <p:pic>
        <p:nvPicPr>
          <p:cNvPr descr="http://securitytnt.com/wp-content/uploads/2007/02/dns-amplification-attack-big.jpg" id="247" name="Google Shape;247;p21"/>
          <p:cNvPicPr preferRelativeResize="0"/>
          <p:nvPr/>
        </p:nvPicPr>
        <p:blipFill rotWithShape="1">
          <a:blip r:embed="rId3">
            <a:alphaModFix/>
          </a:blip>
          <a:srcRect b="0" l="0" r="0" t="0"/>
          <a:stretch/>
        </p:blipFill>
        <p:spPr>
          <a:xfrm>
            <a:off x="1258887" y="1773237"/>
            <a:ext cx="6626225" cy="46370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53" name="Google Shape;253;p22"/>
          <p:cNvSpPr txBox="1"/>
          <p:nvPr>
            <p:ph idx="1" type="body"/>
          </p:nvPr>
        </p:nvSpPr>
        <p:spPr>
          <a:xfrm>
            <a:off x="250825" y="1341437"/>
            <a:ext cx="856932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La base de datos que almacenan los servidores DNS se guarda en ficheros de texto denominados "ficheros de zona" o "ficheros maestros"</a:t>
            </a:r>
            <a:endParaRPr/>
          </a:p>
          <a:p>
            <a:pPr indent="-382587" lvl="0" marL="419100" marR="0" rtl="0" algn="l">
              <a:lnSpc>
                <a:spcPct val="80000"/>
              </a:lnSpc>
              <a:spcBef>
                <a:spcPts val="56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Estructura de los ficheros de zona</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Contienen varios registros llamados RR (resource records), cada uno de los cuales tiene la forma:</a:t>
            </a:r>
            <a:endParaRPr/>
          </a:p>
          <a:p>
            <a:pPr indent="0" lvl="2" marL="749300" marR="0" rtl="0" algn="l">
              <a:lnSpc>
                <a:spcPct val="80000"/>
              </a:lnSpc>
              <a:spcBef>
                <a:spcPts val="440"/>
              </a:spcBef>
              <a:spcAft>
                <a:spcPts val="0"/>
              </a:spcAft>
              <a:buClr>
                <a:schemeClr val="accent2"/>
              </a:buClr>
              <a:buSzPts val="1870"/>
              <a:buFont typeface="Arial"/>
              <a:buNone/>
            </a:pPr>
            <a:r>
              <a:rPr b="1" i="1" lang="en-US" sz="2200" u="none" cap="none" strike="noStrike">
                <a:solidFill>
                  <a:schemeClr val="lt1"/>
                </a:solidFill>
                <a:latin typeface="Arial"/>
                <a:ea typeface="Arial"/>
                <a:cs typeface="Arial"/>
                <a:sym typeface="Arial"/>
              </a:rPr>
              <a:t>			nombre IN tipo valor</a:t>
            </a:r>
            <a:endParaRPr/>
          </a:p>
          <a:p>
            <a:pPr indent="-273049" lvl="1" marL="722312" marR="0" rtl="0" algn="l">
              <a:lnSpc>
                <a:spcPct val="80000"/>
              </a:lnSpc>
              <a:spcBef>
                <a:spcPts val="520"/>
              </a:spcBef>
              <a:spcAft>
                <a:spcPts val="0"/>
              </a:spcAft>
              <a:buClr>
                <a:schemeClr val="accent1"/>
              </a:buClr>
              <a:buSzPts val="2340"/>
              <a:buFont typeface="Noto Sans Symbols"/>
              <a:buChar char="⚫"/>
            </a:pPr>
            <a:r>
              <a:rPr b="0" i="0" lang="en-US" sz="2600" u="none" cap="none" strike="noStrike">
                <a:solidFill>
                  <a:schemeClr val="lt1"/>
                </a:solidFill>
                <a:latin typeface="Arial"/>
                <a:ea typeface="Arial"/>
                <a:cs typeface="Arial"/>
                <a:sym typeface="Arial"/>
              </a:rPr>
              <a:t>Donde </a:t>
            </a:r>
            <a:r>
              <a:rPr b="1" i="1" lang="en-US" sz="2600" u="none" cap="none" strike="noStrike">
                <a:solidFill>
                  <a:schemeClr val="lt1"/>
                </a:solidFill>
                <a:latin typeface="Arial"/>
                <a:ea typeface="Arial"/>
                <a:cs typeface="Arial"/>
                <a:sym typeface="Arial"/>
              </a:rPr>
              <a:t>tipo</a:t>
            </a:r>
            <a:r>
              <a:rPr b="0" i="0" lang="en-US" sz="2600" u="none" cap="none" strike="noStrike">
                <a:solidFill>
                  <a:schemeClr val="lt1"/>
                </a:solidFill>
                <a:latin typeface="Arial"/>
                <a:ea typeface="Arial"/>
                <a:cs typeface="Arial"/>
                <a:sym typeface="Arial"/>
              </a:rPr>
              <a:t> es uno de los siguientes: SOA, NS, A, CNAME, MX</a:t>
            </a:r>
            <a:endParaRPr/>
          </a:p>
          <a:p>
            <a:pPr indent="-129540" lvl="2" marL="749300" marR="0" rtl="0" algn="l">
              <a:lnSpc>
                <a:spcPct val="8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SOA=Start of Authority (Inicio de Autoridad)</a:t>
            </a:r>
            <a:endParaRPr/>
          </a:p>
          <a:p>
            <a:pPr indent="-129540" lvl="2" marL="749300" marR="0" rtl="0" algn="l">
              <a:lnSpc>
                <a:spcPct val="8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NS=Name Server (Servidor de Nombres)</a:t>
            </a:r>
            <a:endParaRPr/>
          </a:p>
          <a:p>
            <a:pPr indent="-129540" lvl="2" marL="749300" marR="0" rtl="0" algn="l">
              <a:lnSpc>
                <a:spcPct val="8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A=address (Dirección)</a:t>
            </a:r>
            <a:endParaRPr/>
          </a:p>
          <a:p>
            <a:pPr indent="-129540" lvl="2" marL="749300" marR="0" rtl="0" algn="l">
              <a:lnSpc>
                <a:spcPct val="8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CNAME=canonical name (Nombre Canónico)</a:t>
            </a:r>
            <a:endParaRPr/>
          </a:p>
          <a:p>
            <a:pPr indent="-129540" lvl="2" marL="749300" marR="0" rtl="0" algn="l">
              <a:lnSpc>
                <a:spcPct val="80000"/>
              </a:lnSpc>
              <a:spcBef>
                <a:spcPts val="480"/>
              </a:spcBef>
              <a:spcAft>
                <a:spcPts val="0"/>
              </a:spcAft>
              <a:buClr>
                <a:schemeClr val="accent2"/>
              </a:buClr>
              <a:buSzPts val="2040"/>
              <a:buFont typeface="Arial"/>
              <a:buChar char="○"/>
            </a:pPr>
            <a:r>
              <a:rPr b="0" i="0" lang="en-US" sz="2400" u="none" cap="none" strike="noStrike">
                <a:solidFill>
                  <a:schemeClr val="lt1"/>
                </a:solidFill>
                <a:latin typeface="Arial"/>
                <a:ea typeface="Arial"/>
                <a:cs typeface="Arial"/>
                <a:sym typeface="Arial"/>
              </a:rPr>
              <a:t>MX=mail exchanger (Intercambiador de Correo)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3"/>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59" name="Google Shape;259;p23"/>
          <p:cNvSpPr txBox="1"/>
          <p:nvPr>
            <p:ph idx="1" type="body"/>
          </p:nvPr>
        </p:nvSpPr>
        <p:spPr>
          <a:xfrm>
            <a:off x="250825" y="1341437"/>
            <a:ext cx="856932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Ejemplo de fichero de zona</a:t>
            </a:r>
            <a:endParaRPr/>
          </a:p>
        </p:txBody>
      </p:sp>
      <p:pic>
        <p:nvPicPr>
          <p:cNvPr id="260" name="Google Shape;260;p23"/>
          <p:cNvPicPr preferRelativeResize="0"/>
          <p:nvPr/>
        </p:nvPicPr>
        <p:blipFill rotWithShape="1">
          <a:blip r:embed="rId3">
            <a:alphaModFix/>
          </a:blip>
          <a:srcRect b="0" l="0" r="0" t="0"/>
          <a:stretch/>
        </p:blipFill>
        <p:spPr>
          <a:xfrm>
            <a:off x="684212" y="2205037"/>
            <a:ext cx="7805737" cy="324008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66" name="Google Shape;266;p24"/>
          <p:cNvSpPr txBox="1"/>
          <p:nvPr>
            <p:ph idx="1" type="body"/>
          </p:nvPr>
        </p:nvSpPr>
        <p:spPr>
          <a:xfrm>
            <a:off x="250825" y="1341437"/>
            <a:ext cx="856932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Estructura del fichero de zona</a:t>
            </a:r>
            <a:endParaRPr/>
          </a:p>
          <a:p>
            <a:pPr indent="-240348" lvl="0" marL="419100" marR="0" rtl="0" algn="l">
              <a:spcBef>
                <a:spcPts val="560"/>
              </a:spcBef>
              <a:spcAft>
                <a:spcPts val="0"/>
              </a:spcAft>
              <a:buClr>
                <a:schemeClr val="accent1"/>
              </a:buClr>
              <a:buSzPts val="2240"/>
              <a:buFont typeface="Noto Sans Symbols"/>
              <a:buNone/>
            </a:pPr>
            <a:r>
              <a:t/>
            </a:r>
            <a:endParaRPr b="0" i="0" sz="2800" u="none">
              <a:solidFill>
                <a:schemeClr val="lt1"/>
              </a:solidFill>
              <a:latin typeface="Arial"/>
              <a:ea typeface="Arial"/>
              <a:cs typeface="Arial"/>
              <a:sym typeface="Arial"/>
            </a:endParaRPr>
          </a:p>
        </p:txBody>
      </p:sp>
      <p:graphicFrame>
        <p:nvGraphicFramePr>
          <p:cNvPr id="267" name="Google Shape;267;p24"/>
          <p:cNvGraphicFramePr/>
          <p:nvPr/>
        </p:nvGraphicFramePr>
        <p:xfrm>
          <a:off x="468312" y="1989137"/>
          <a:ext cx="3000000" cy="3000000"/>
        </p:xfrm>
        <a:graphic>
          <a:graphicData uri="http://schemas.openxmlformats.org/drawingml/2006/table">
            <a:tbl>
              <a:tblPr>
                <a:noFill/>
                <a:tableStyleId>{D7DEE3A5-D6A9-4B89-88C7-D63230F7C006}</a:tableStyleId>
              </a:tblPr>
              <a:tblGrid>
                <a:gridCol w="2879725"/>
                <a:gridCol w="1512875"/>
                <a:gridCol w="1152525"/>
                <a:gridCol w="2782875"/>
              </a:tblGrid>
              <a:tr h="371475">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Línea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Nombre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Tipo</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valor</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91440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ejemplo.org. IN SOA ns1.ejemplo.org. admin.ejemplo.org.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ns1.ejemplo.org. admin.ejemplo.org. ( …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r>
              <a:tr h="369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IN NS ns1.ejemplo.org.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ns1.ejemplo.org.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r>
              <a:tr h="3714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IN NS ns2.ejemplo.org.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ns2.ejemplo.org.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r>
              <a:tr h="369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ns1 IN A 3.2.1.2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3.2.1.2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r>
              <a:tr h="3714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ns2 IN A 3.2.1.3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ns2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3.2.1.3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r>
              <a:tr h="3714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mail IN A 3.2.1.10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mail</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3.2.1.10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r>
              <a:tr h="3698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IN A 3.2.1.30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3.2.1.30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r>
              <a:tr h="371475">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www IN CNAME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www</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CNAME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3EE"/>
                    </a:solidFill>
                  </a:tcPr>
                </a:tc>
              </a:tr>
              <a:tr h="63975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IN MX 10 mail.ejemplo.org.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MX</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 mail.ejemplo.org.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1E5DC"/>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73" name="Google Shape;273;p25"/>
          <p:cNvSpPr txBox="1"/>
          <p:nvPr>
            <p:ph idx="1" type="body"/>
          </p:nvPr>
        </p:nvSpPr>
        <p:spPr>
          <a:xfrm>
            <a:off x="250825" y="1341437"/>
            <a:ext cx="889317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SOA (Start of Authority)</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Indica diversas opciones generales sobre la zona</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Ejemplo:</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ejemplo.org. IN SOA ns1.ejemplo.org. admin.ejemplo.org. (</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2010062105</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10800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3600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600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86400 )</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Primera línea: </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ejemplo.org. IN SOA ns1.ejemplo.org. admin.ejemplo.org. (</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Indica: </a:t>
            </a:r>
            <a:endParaRPr/>
          </a:p>
          <a:p>
            <a:pPr indent="-97155" lvl="2" marL="749300"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nombre del dominio sobre el que tiene autoridad el servidor de nombres (</a:t>
            </a:r>
            <a:r>
              <a:rPr b="0" i="0" lang="en-US" sz="1800" u="none" cap="none" strike="noStrike">
                <a:solidFill>
                  <a:schemeClr val="lt1"/>
                </a:solidFill>
                <a:latin typeface="Courier New"/>
                <a:ea typeface="Courier New"/>
                <a:cs typeface="Courier New"/>
                <a:sym typeface="Courier New"/>
              </a:rPr>
              <a:t>ejemplo.org.</a:t>
            </a:r>
            <a:r>
              <a:rPr b="0" i="0" lang="en-US" sz="1800" u="none" cap="none" strike="noStrike">
                <a:solidFill>
                  <a:schemeClr val="lt1"/>
                </a:solidFill>
                <a:latin typeface="Arial"/>
                <a:ea typeface="Arial"/>
                <a:cs typeface="Arial"/>
                <a:sym typeface="Arial"/>
              </a:rPr>
              <a:t>)</a:t>
            </a:r>
            <a:endParaRPr/>
          </a:p>
          <a:p>
            <a:pPr indent="-97155" lvl="2" marL="749300"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Nombre del equipo encargado de resolver los nombres para dicho dominio, o sea, el servidor de nombres primario de la zona (</a:t>
            </a:r>
            <a:r>
              <a:rPr b="0" i="0" lang="en-US" sz="1800" u="none" cap="none" strike="noStrike">
                <a:solidFill>
                  <a:schemeClr val="lt1"/>
                </a:solidFill>
                <a:latin typeface="Courier New"/>
                <a:ea typeface="Courier New"/>
                <a:cs typeface="Courier New"/>
                <a:sym typeface="Courier New"/>
              </a:rPr>
              <a:t>ns1.ejemplo.org.</a:t>
            </a:r>
            <a:r>
              <a:rPr b="0" i="0" lang="en-US" sz="1800" u="none" cap="none" strike="noStrike">
                <a:solidFill>
                  <a:schemeClr val="lt1"/>
                </a:solidFill>
                <a:latin typeface="Arial"/>
                <a:ea typeface="Arial"/>
                <a:cs typeface="Arial"/>
                <a:sym typeface="Arial"/>
              </a:rPr>
              <a:t>)</a:t>
            </a:r>
            <a:endParaRPr/>
          </a:p>
          <a:p>
            <a:pPr indent="-97155" lvl="2" marL="749300"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Correo del responsable de zona, sin arroba (</a:t>
            </a:r>
            <a:r>
              <a:rPr b="0" i="0" lang="en-US" sz="1800" u="none" cap="none" strike="noStrike">
                <a:solidFill>
                  <a:schemeClr val="lt1"/>
                </a:solidFill>
                <a:latin typeface="Courier New"/>
                <a:ea typeface="Courier New"/>
                <a:cs typeface="Courier New"/>
                <a:sym typeface="Courier New"/>
              </a:rPr>
              <a:t>admin.ejemplo.org.</a:t>
            </a:r>
            <a:r>
              <a:rPr b="0" i="0" lang="en-US" sz="1800" u="none" cap="none" strike="noStrike">
                <a:solidFill>
                  <a:schemeClr val="lt1"/>
                </a:solidFill>
                <a:latin typeface="Arial"/>
                <a:ea typeface="Arial"/>
                <a:cs typeface="Arial"/>
                <a:sym typeface="Arial"/>
              </a:rPr>
              <a:t>  representa a admin@ejemplo.org)</a:t>
            </a:r>
            <a:endParaRPr/>
          </a:p>
          <a:p>
            <a:pPr indent="-291148" lvl="0" marL="419100" marR="0" rtl="0" algn="l">
              <a:spcBef>
                <a:spcPts val="360"/>
              </a:spcBef>
              <a:spcAft>
                <a:spcPts val="0"/>
              </a:spcAft>
              <a:buClr>
                <a:schemeClr val="accent1"/>
              </a:buClr>
              <a:buSzPts val="1440"/>
              <a:buFont typeface="Noto Sans Symbols"/>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6"/>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79" name="Google Shape;279;p26"/>
          <p:cNvSpPr txBox="1"/>
          <p:nvPr>
            <p:ph idx="1" type="body"/>
          </p:nvPr>
        </p:nvSpPr>
        <p:spPr>
          <a:xfrm>
            <a:off x="250825" y="1341437"/>
            <a:ext cx="889317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SOA (Start of Authority)</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Resto de líneas: </a:t>
            </a:r>
            <a:endParaRPr b="0" i="0" sz="1800" u="none" cap="none" strike="noStrike">
              <a:solidFill>
                <a:schemeClr val="lt1"/>
              </a:solidFill>
              <a:latin typeface="Courier New"/>
              <a:ea typeface="Courier New"/>
              <a:cs typeface="Courier New"/>
              <a:sym typeface="Courier New"/>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2010062105</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10800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3600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600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86400 )</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Indican: </a:t>
            </a:r>
            <a:endParaRPr/>
          </a:p>
          <a:p>
            <a:pPr indent="-86359" lvl="2" marL="749300"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Número de serie: fecha de la última modificación del fichero de zona (</a:t>
            </a:r>
            <a:r>
              <a:rPr b="0" i="0" lang="en-US" sz="1600" u="none" cap="none" strike="noStrike">
                <a:solidFill>
                  <a:schemeClr val="lt1"/>
                </a:solidFill>
                <a:latin typeface="Courier New"/>
                <a:ea typeface="Courier New"/>
                <a:cs typeface="Courier New"/>
                <a:sym typeface="Courier New"/>
              </a:rPr>
              <a:t>21/06/2010</a:t>
            </a:r>
            <a:r>
              <a:rPr b="0" i="0" lang="en-US" sz="1600" u="none" cap="none" strike="noStrike">
                <a:solidFill>
                  <a:schemeClr val="lt1"/>
                </a:solidFill>
                <a:latin typeface="Arial"/>
                <a:ea typeface="Arial"/>
                <a:cs typeface="Arial"/>
                <a:sym typeface="Arial"/>
              </a:rPr>
              <a:t>) y número de modificaciones en dicho día, si las hubiera (</a:t>
            </a:r>
            <a:r>
              <a:rPr b="0" i="0" lang="en-US" sz="1600" u="none" cap="none" strike="noStrike">
                <a:solidFill>
                  <a:schemeClr val="lt1"/>
                </a:solidFill>
                <a:latin typeface="Courier New"/>
                <a:ea typeface="Courier New"/>
                <a:cs typeface="Courier New"/>
                <a:sym typeface="Courier New"/>
              </a:rPr>
              <a:t>5</a:t>
            </a:r>
            <a:r>
              <a:rPr b="0" i="0" lang="en-US" sz="1600" u="none" cap="none" strike="noStrike">
                <a:solidFill>
                  <a:schemeClr val="lt1"/>
                </a:solidFill>
                <a:latin typeface="Arial"/>
                <a:ea typeface="Arial"/>
                <a:cs typeface="Arial"/>
                <a:sym typeface="Arial"/>
              </a:rPr>
              <a:t>). Utilizado por el secundario para ver si el fichero de zona ha cambiado y por tanto hay que pedir una copia al primario (transferencia de zona) para que las bases de datos estén sincronizadas</a:t>
            </a:r>
            <a:endParaRPr/>
          </a:p>
          <a:p>
            <a:pPr indent="-86359" lvl="2" marL="749300"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Tiempo de actualización: tiempo que espera el servidor de nombres secundario para ver si el archivo ha cambiado y pedir una copia al primario (</a:t>
            </a:r>
            <a:r>
              <a:rPr b="0" i="0" lang="en-US" sz="1600" u="none" cap="none" strike="noStrike">
                <a:solidFill>
                  <a:schemeClr val="lt1"/>
                </a:solidFill>
                <a:latin typeface="Courier New"/>
                <a:ea typeface="Courier New"/>
                <a:cs typeface="Courier New"/>
                <a:sym typeface="Courier New"/>
              </a:rPr>
              <a:t>10800</a:t>
            </a:r>
            <a:r>
              <a:rPr b="0" i="0" lang="en-US" sz="1600" u="none" cap="none" strike="noStrike">
                <a:solidFill>
                  <a:schemeClr val="lt1"/>
                </a:solidFill>
                <a:latin typeface="Arial"/>
                <a:ea typeface="Arial"/>
                <a:cs typeface="Arial"/>
                <a:sym typeface="Arial"/>
              </a:rPr>
              <a:t> segs)</a:t>
            </a:r>
            <a:endParaRPr/>
          </a:p>
          <a:p>
            <a:pPr indent="-86359" lvl="2" marL="749300"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Tiempo de reintento: tiempo que espera el secundario para pedirle otra vez una copia al primario en el caso de haber fallado la transferencia  (</a:t>
            </a:r>
            <a:r>
              <a:rPr b="0" i="0" lang="en-US" sz="1600" u="none" cap="none" strike="noStrike">
                <a:solidFill>
                  <a:schemeClr val="lt1"/>
                </a:solidFill>
                <a:latin typeface="Courier New"/>
                <a:ea typeface="Courier New"/>
                <a:cs typeface="Courier New"/>
                <a:sym typeface="Courier New"/>
              </a:rPr>
              <a:t>3600</a:t>
            </a:r>
            <a:r>
              <a:rPr b="0" i="0" lang="en-US" sz="1600" u="none" cap="none" strike="noStrike">
                <a:solidFill>
                  <a:schemeClr val="lt1"/>
                </a:solidFill>
                <a:latin typeface="Arial"/>
                <a:ea typeface="Arial"/>
                <a:cs typeface="Arial"/>
                <a:sym typeface="Arial"/>
              </a:rPr>
              <a:t> segs)</a:t>
            </a:r>
            <a:endParaRPr/>
          </a:p>
          <a:p>
            <a:pPr indent="-86359" lvl="2" marL="749300"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Tiempo de caducidad: tiempo que tiene el secundario para descargar una copia del fichero de zona del primario (</a:t>
            </a:r>
            <a:r>
              <a:rPr b="0" i="0" lang="en-US" sz="1600" u="none" cap="none" strike="noStrike">
                <a:solidFill>
                  <a:schemeClr val="lt1"/>
                </a:solidFill>
                <a:latin typeface="Courier New"/>
                <a:ea typeface="Courier New"/>
                <a:cs typeface="Courier New"/>
                <a:sym typeface="Courier New"/>
              </a:rPr>
              <a:t>600</a:t>
            </a:r>
            <a:r>
              <a:rPr b="0" i="0" lang="en-US" sz="1600" u="none" cap="none" strike="noStrike">
                <a:solidFill>
                  <a:schemeClr val="lt1"/>
                </a:solidFill>
                <a:latin typeface="Arial"/>
                <a:ea typeface="Arial"/>
                <a:cs typeface="Arial"/>
                <a:sym typeface="Arial"/>
              </a:rPr>
              <a:t> segs)</a:t>
            </a:r>
            <a:endParaRPr/>
          </a:p>
          <a:p>
            <a:pPr indent="-86359" lvl="2" marL="749300"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Tiempo de vida: tiempo que los datos permanecen en la caché de los servidores (</a:t>
            </a:r>
            <a:r>
              <a:rPr b="0" i="0" lang="en-US" sz="1600" u="none" cap="none" strike="noStrike">
                <a:solidFill>
                  <a:schemeClr val="lt1"/>
                </a:solidFill>
                <a:latin typeface="Courier New"/>
                <a:ea typeface="Courier New"/>
                <a:cs typeface="Courier New"/>
                <a:sym typeface="Courier New"/>
              </a:rPr>
              <a:t>86400</a:t>
            </a:r>
            <a:r>
              <a:rPr b="0" i="0" lang="en-US" sz="1600" u="none" cap="none" strike="noStrike">
                <a:solidFill>
                  <a:schemeClr val="lt1"/>
                </a:solidFill>
                <a:latin typeface="Arial"/>
                <a:ea typeface="Arial"/>
                <a:cs typeface="Arial"/>
                <a:sym typeface="Arial"/>
              </a:rPr>
              <a:t> segs)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85" name="Google Shape;285;p27"/>
          <p:cNvSpPr txBox="1"/>
          <p:nvPr>
            <p:ph idx="1" type="body"/>
          </p:nvPr>
        </p:nvSpPr>
        <p:spPr>
          <a:xfrm>
            <a:off x="250825" y="1341437"/>
            <a:ext cx="889317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SOA (Start of Authority)</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Resumen de los tiempos:</a:t>
            </a:r>
            <a:endParaRPr/>
          </a:p>
          <a:p>
            <a:pPr indent="-255586" lvl="2" marL="1004887"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Los servidores secundarios, cada 10800 segs (</a:t>
            </a:r>
            <a:r>
              <a:rPr b="0" i="0" lang="en-US" sz="1600" u="sng" cap="none" strike="noStrike">
                <a:solidFill>
                  <a:schemeClr val="lt1"/>
                </a:solidFill>
                <a:latin typeface="Arial"/>
                <a:ea typeface="Arial"/>
                <a:cs typeface="Arial"/>
                <a:sym typeface="Arial"/>
              </a:rPr>
              <a:t>tiempo de actualización</a:t>
            </a:r>
            <a:r>
              <a:rPr b="0" i="0" lang="en-US" sz="1600" u="none" cap="none" strike="noStrike">
                <a:solidFill>
                  <a:schemeClr val="lt1"/>
                </a:solidFill>
                <a:latin typeface="Arial"/>
                <a:ea typeface="Arial"/>
                <a:cs typeface="Arial"/>
                <a:sym typeface="Arial"/>
              </a:rPr>
              <a:t>) contactan con el servidor primario y comprueban, mirando el </a:t>
            </a:r>
            <a:r>
              <a:rPr b="0" i="0" lang="en-US" sz="1600" u="sng" cap="none" strike="noStrike">
                <a:solidFill>
                  <a:schemeClr val="lt1"/>
                </a:solidFill>
                <a:latin typeface="Arial"/>
                <a:ea typeface="Arial"/>
                <a:cs typeface="Arial"/>
                <a:sym typeface="Arial"/>
              </a:rPr>
              <a:t>número de serie</a:t>
            </a:r>
            <a:r>
              <a:rPr b="0" i="0" lang="en-US" sz="1600" u="none" cap="none" strike="noStrike">
                <a:solidFill>
                  <a:schemeClr val="lt1"/>
                </a:solidFill>
                <a:latin typeface="Arial"/>
                <a:ea typeface="Arial"/>
                <a:cs typeface="Arial"/>
                <a:sym typeface="Arial"/>
              </a:rPr>
              <a:t>, si el contenido de la base de datos ha cambiado</a:t>
            </a:r>
            <a:endParaRPr/>
          </a:p>
          <a:p>
            <a:pPr indent="-255586" lvl="2" marL="1004887"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Si ha cambiado, disponen de 600 segs (</a:t>
            </a:r>
            <a:r>
              <a:rPr b="0" i="0" lang="en-US" sz="1600" u="sng" cap="none" strike="noStrike">
                <a:solidFill>
                  <a:schemeClr val="lt1"/>
                </a:solidFill>
                <a:latin typeface="Arial"/>
                <a:ea typeface="Arial"/>
                <a:cs typeface="Arial"/>
                <a:sym typeface="Arial"/>
              </a:rPr>
              <a:t>tiempo de caducidad</a:t>
            </a:r>
            <a:r>
              <a:rPr b="0" i="0" lang="en-US" sz="1600" u="none" cap="none" strike="noStrike">
                <a:solidFill>
                  <a:schemeClr val="lt1"/>
                </a:solidFill>
                <a:latin typeface="Arial"/>
                <a:ea typeface="Arial"/>
                <a:cs typeface="Arial"/>
                <a:sym typeface="Arial"/>
              </a:rPr>
              <a:t>) para obtener una copia del fichero de zona ("transferencia")</a:t>
            </a:r>
            <a:endParaRPr/>
          </a:p>
          <a:p>
            <a:pPr indent="-255586" lvl="2" marL="1004887"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Si el proceso de copia falla, esperarán 3600 segs (</a:t>
            </a:r>
            <a:r>
              <a:rPr b="0" i="0" lang="en-US" sz="1600" u="sng" cap="none" strike="noStrike">
                <a:solidFill>
                  <a:schemeClr val="lt1"/>
                </a:solidFill>
                <a:latin typeface="Arial"/>
                <a:ea typeface="Arial"/>
                <a:cs typeface="Arial"/>
                <a:sym typeface="Arial"/>
              </a:rPr>
              <a:t>tiempo de reintento</a:t>
            </a:r>
            <a:r>
              <a:rPr b="0" i="0" lang="en-US" sz="1600" u="none" cap="none" strike="noStrike">
                <a:solidFill>
                  <a:schemeClr val="lt1"/>
                </a:solidFill>
                <a:latin typeface="Arial"/>
                <a:ea typeface="Arial"/>
                <a:cs typeface="Arial"/>
                <a:sym typeface="Arial"/>
              </a:rPr>
              <a:t>) para reintentarlo</a:t>
            </a:r>
            <a:endParaRPr/>
          </a:p>
          <a:p>
            <a:pPr indent="-255586" lvl="2" marL="1004887" marR="0" rtl="0" algn="l">
              <a:lnSpc>
                <a:spcPct val="80000"/>
              </a:lnSpc>
              <a:spcBef>
                <a:spcPts val="320"/>
              </a:spcBef>
              <a:spcAft>
                <a:spcPts val="0"/>
              </a:spcAft>
              <a:buClr>
                <a:schemeClr val="accent2"/>
              </a:buClr>
              <a:buSzPts val="1360"/>
              <a:buFont typeface="Arial"/>
              <a:buChar char="○"/>
            </a:pPr>
            <a:r>
              <a:rPr b="0" i="0" lang="en-US" sz="1600" u="none" cap="none" strike="noStrike">
                <a:solidFill>
                  <a:schemeClr val="lt1"/>
                </a:solidFill>
                <a:latin typeface="Arial"/>
                <a:ea typeface="Arial"/>
                <a:cs typeface="Arial"/>
                <a:sym typeface="Arial"/>
              </a:rPr>
              <a:t>Por otra parte, está el </a:t>
            </a:r>
            <a:r>
              <a:rPr b="0" i="0" lang="en-US" sz="1600" u="sng" cap="none" strike="noStrike">
                <a:solidFill>
                  <a:schemeClr val="lt1"/>
                </a:solidFill>
                <a:latin typeface="Arial"/>
                <a:ea typeface="Arial"/>
                <a:cs typeface="Arial"/>
                <a:sym typeface="Arial"/>
              </a:rPr>
              <a:t>tiempo de vida</a:t>
            </a:r>
            <a:r>
              <a:rPr b="0" i="0" lang="en-US" sz="1600" u="none" cap="none" strike="noStrike">
                <a:solidFill>
                  <a:schemeClr val="lt1"/>
                </a:solidFill>
                <a:latin typeface="Arial"/>
                <a:ea typeface="Arial"/>
                <a:cs typeface="Arial"/>
                <a:sym typeface="Arial"/>
              </a:rPr>
              <a:t> de las consultas en caché</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En el ejemplo:</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El dominio se llama ejemplo.org</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Tiene un servidor de nombres primario llamado ns1.ejemplo.org que se encarga de responder peticiones del tipo "dime la IP de la máquina cuyo nombre es xxxx.ejemplo.org"</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En el registro o sección SOA se indica únicamente el servidor de nombres primario para dicha zona</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En el resto de líneas del fichero de zona, la @ representará el nombre del dominio (ejemplo.org.) </a:t>
            </a:r>
            <a:endParaRPr/>
          </a:p>
          <a:p>
            <a:pPr indent="-255587" lvl="2" marL="1004887" marR="0" rtl="0" algn="l">
              <a:lnSpc>
                <a:spcPct val="80000"/>
              </a:lnSpc>
              <a:spcBef>
                <a:spcPts val="360"/>
              </a:spcBef>
              <a:spcAft>
                <a:spcPts val="0"/>
              </a:spcAft>
              <a:buClr>
                <a:schemeClr val="accent2"/>
              </a:buClr>
              <a:buSzPts val="1530"/>
              <a:buFont typeface="Arial"/>
              <a:buChar char="○"/>
            </a:pPr>
            <a:r>
              <a:rPr b="0" i="0" lang="en-US" sz="1800" u="none" cap="none" strike="noStrike">
                <a:solidFill>
                  <a:schemeClr val="lt1"/>
                </a:solidFill>
                <a:latin typeface="Arial"/>
                <a:ea typeface="Arial"/>
                <a:cs typeface="Arial"/>
                <a:sym typeface="Arial"/>
              </a:rPr>
              <a:t>Si un nombre no acaba en punto, se completará añadiéndole como sufijo el nombre del dominio para obtener su FQDN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8"/>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91" name="Google Shape;291;p28"/>
          <p:cNvSpPr txBox="1"/>
          <p:nvPr>
            <p:ph idx="1" type="body"/>
          </p:nvPr>
        </p:nvSpPr>
        <p:spPr>
          <a:xfrm>
            <a:off x="250825" y="1341437"/>
            <a:ext cx="889317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NS (Name Server)</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Especifican quiénes van a ser los servidores de nombres</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Ejemplo:</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 IN NS ns1.ejemplo.org. </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 IN NS ns2.ejemplo.org.</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El dominio ejemplo.org tiene dos servidores de nombres llamados ns1 y ns2. El principal es ns1 (porque aparece en la sección SOA) mientras que ns2 es el secundario</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También podría haberse indicado así:</a:t>
            </a:r>
            <a:endParaRPr/>
          </a:p>
          <a:p>
            <a:pPr indent="0" lvl="2" marL="749300" marR="0" rtl="0" algn="l">
              <a:lnSpc>
                <a:spcPct val="80000"/>
              </a:lnSpc>
              <a:spcBef>
                <a:spcPts val="400"/>
              </a:spcBef>
              <a:spcAft>
                <a:spcPts val="0"/>
              </a:spcAft>
              <a:buClr>
                <a:schemeClr val="accent2"/>
              </a:buClr>
              <a:buSzPts val="1700"/>
              <a:buFont typeface="Arial"/>
              <a:buNone/>
            </a:pPr>
            <a:r>
              <a:rPr b="0" i="0" lang="en-US" sz="2000" u="none" cap="none" strike="noStrike">
                <a:solidFill>
                  <a:schemeClr val="lt1"/>
                </a:solidFill>
                <a:latin typeface="Courier New"/>
                <a:ea typeface="Courier New"/>
                <a:cs typeface="Courier New"/>
                <a:sym typeface="Courier New"/>
              </a:rPr>
              <a:t>ejemplo.org. IN NS ns1.ejemplo.org.</a:t>
            </a:r>
            <a:endParaRPr b="0" i="0" sz="2400" u="none" cap="none" strike="noStrike">
              <a:solidFill>
                <a:schemeClr val="lt1"/>
              </a:solidFill>
              <a:latin typeface="Courier New"/>
              <a:ea typeface="Courier New"/>
              <a:cs typeface="Courier New"/>
              <a:sym typeface="Courier New"/>
            </a:endParaRPr>
          </a:p>
          <a:p>
            <a:pPr indent="0" lvl="2" marL="749300" marR="0" rtl="0" algn="l">
              <a:lnSpc>
                <a:spcPct val="80000"/>
              </a:lnSpc>
              <a:spcBef>
                <a:spcPts val="400"/>
              </a:spcBef>
              <a:spcAft>
                <a:spcPts val="0"/>
              </a:spcAft>
              <a:buClr>
                <a:schemeClr val="accent2"/>
              </a:buClr>
              <a:buSzPts val="1700"/>
              <a:buFont typeface="Arial"/>
              <a:buNone/>
            </a:pPr>
            <a:r>
              <a:rPr b="0" i="0" lang="en-US" sz="2000" u="none" cap="none" strike="noStrike">
                <a:solidFill>
                  <a:schemeClr val="lt1"/>
                </a:solidFill>
                <a:latin typeface="Courier New"/>
                <a:ea typeface="Courier New"/>
                <a:cs typeface="Courier New"/>
                <a:sym typeface="Courier New"/>
              </a:rPr>
              <a:t>ejemplo.org. IN NS ns2.ejemplo.org.</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O así:</a:t>
            </a:r>
            <a:endParaRPr/>
          </a:p>
          <a:p>
            <a:pPr indent="0" lvl="2" marL="749300" marR="0" rtl="0" algn="l">
              <a:lnSpc>
                <a:spcPct val="80000"/>
              </a:lnSpc>
              <a:spcBef>
                <a:spcPts val="400"/>
              </a:spcBef>
              <a:spcAft>
                <a:spcPts val="0"/>
              </a:spcAft>
              <a:buClr>
                <a:schemeClr val="accent2"/>
              </a:buClr>
              <a:buSzPts val="1700"/>
              <a:buFont typeface="Arial"/>
              <a:buNone/>
            </a:pPr>
            <a:r>
              <a:rPr b="0" i="0" lang="en-US" sz="2000" u="none" cap="none" strike="noStrike">
                <a:solidFill>
                  <a:schemeClr val="lt1"/>
                </a:solidFill>
                <a:latin typeface="Courier New"/>
                <a:ea typeface="Courier New"/>
                <a:cs typeface="Courier New"/>
                <a:sym typeface="Courier New"/>
              </a:rPr>
              <a:t>ejemplo.org. IN NS ns1</a:t>
            </a:r>
            <a:endParaRPr b="0" i="0" sz="2200" u="none" cap="none" strike="noStrike">
              <a:solidFill>
                <a:schemeClr val="lt1"/>
              </a:solidFill>
              <a:latin typeface="Courier New"/>
              <a:ea typeface="Courier New"/>
              <a:cs typeface="Courier New"/>
              <a:sym typeface="Courier New"/>
            </a:endParaRPr>
          </a:p>
          <a:p>
            <a:pPr indent="0" lvl="2" marL="749300" marR="0" rtl="0" algn="l">
              <a:lnSpc>
                <a:spcPct val="80000"/>
              </a:lnSpc>
              <a:spcBef>
                <a:spcPts val="400"/>
              </a:spcBef>
              <a:spcAft>
                <a:spcPts val="0"/>
              </a:spcAft>
              <a:buClr>
                <a:schemeClr val="accent2"/>
              </a:buClr>
              <a:buSzPts val="1700"/>
              <a:buFont typeface="Arial"/>
              <a:buNone/>
            </a:pPr>
            <a:r>
              <a:rPr b="0" i="0" lang="en-US" sz="2000" u="none" cap="none" strike="noStrike">
                <a:solidFill>
                  <a:schemeClr val="lt1"/>
                </a:solidFill>
                <a:latin typeface="Courier New"/>
                <a:ea typeface="Courier New"/>
                <a:cs typeface="Courier New"/>
                <a:sym typeface="Courier New"/>
              </a:rPr>
              <a:t>ejemplo.org. IN NS ns2</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O también así:</a:t>
            </a:r>
            <a:endParaRPr/>
          </a:p>
          <a:p>
            <a:pPr indent="0" lvl="2" marL="749300" marR="0" rtl="0" algn="l">
              <a:lnSpc>
                <a:spcPct val="80000"/>
              </a:lnSpc>
              <a:spcBef>
                <a:spcPts val="400"/>
              </a:spcBef>
              <a:spcAft>
                <a:spcPts val="0"/>
              </a:spcAft>
              <a:buClr>
                <a:schemeClr val="accent2"/>
              </a:buClr>
              <a:buSzPts val="1700"/>
              <a:buFont typeface="Arial"/>
              <a:buNone/>
            </a:pPr>
            <a:r>
              <a:rPr b="0" i="0" lang="en-US" sz="2000" u="none" cap="none" strike="noStrike">
                <a:solidFill>
                  <a:schemeClr val="lt1"/>
                </a:solidFill>
                <a:latin typeface="Courier New"/>
                <a:ea typeface="Courier New"/>
                <a:cs typeface="Courier New"/>
                <a:sym typeface="Courier New"/>
              </a:rPr>
              <a:t>ejemplo.org. IN NS ns1</a:t>
            </a:r>
            <a:endParaRPr b="0" i="0" sz="2200" u="none" cap="none" strike="noStrike">
              <a:solidFill>
                <a:schemeClr val="lt1"/>
              </a:solidFill>
              <a:latin typeface="Courier New"/>
              <a:ea typeface="Courier New"/>
              <a:cs typeface="Courier New"/>
              <a:sym typeface="Courier New"/>
            </a:endParaRPr>
          </a:p>
          <a:p>
            <a:pPr indent="0" lvl="2" marL="749300" marR="0" rtl="0" algn="l">
              <a:lnSpc>
                <a:spcPct val="80000"/>
              </a:lnSpc>
              <a:spcBef>
                <a:spcPts val="400"/>
              </a:spcBef>
              <a:spcAft>
                <a:spcPts val="0"/>
              </a:spcAft>
              <a:buClr>
                <a:schemeClr val="accent2"/>
              </a:buClr>
              <a:buSzPts val="1700"/>
              <a:buFont typeface="Arial"/>
              <a:buNone/>
            </a:pPr>
            <a:r>
              <a:rPr b="0" i="0" lang="en-US" sz="2000" u="none" cap="none" strike="noStrike">
                <a:solidFill>
                  <a:schemeClr val="lt1"/>
                </a:solidFill>
                <a:latin typeface="Courier New"/>
                <a:ea typeface="Courier New"/>
                <a:cs typeface="Courier New"/>
                <a:sym typeface="Courier New"/>
              </a:rPr>
              <a:t>             IN NS ns2</a:t>
            </a:r>
            <a:endParaRPr/>
          </a:p>
          <a:p>
            <a:pPr indent="0" lvl="2" marL="749300" marR="0" rtl="0" algn="l">
              <a:lnSpc>
                <a:spcPct val="80000"/>
              </a:lnSpc>
              <a:spcBef>
                <a:spcPts val="400"/>
              </a:spcBef>
              <a:spcAft>
                <a:spcPts val="0"/>
              </a:spcAft>
              <a:buClr>
                <a:schemeClr val="accent2"/>
              </a:buClr>
              <a:buSzPts val="1700"/>
              <a:buFont typeface="Arial"/>
              <a:buNone/>
            </a:pPr>
            <a:r>
              <a:t/>
            </a:r>
            <a:endParaRPr b="0" i="0" sz="2000" u="none" cap="none" strike="noStrike">
              <a:solidFill>
                <a:schemeClr val="lt1"/>
              </a:solidFill>
              <a:latin typeface="Courier New"/>
              <a:ea typeface="Courier New"/>
              <a:cs typeface="Courier New"/>
              <a:sym typeface="Courier New"/>
            </a:endParaRPr>
          </a:p>
          <a:p>
            <a:pPr indent="-147319" lvl="1" marL="722312" marR="0" rtl="0" algn="l">
              <a:lnSpc>
                <a:spcPct val="80000"/>
              </a:lnSpc>
              <a:spcBef>
                <a:spcPts val="440"/>
              </a:spcBef>
              <a:spcAft>
                <a:spcPts val="0"/>
              </a:spcAft>
              <a:buClr>
                <a:schemeClr val="accent1"/>
              </a:buClr>
              <a:buSzPts val="1980"/>
              <a:buFont typeface="Noto Sans Symbols"/>
              <a:buNone/>
            </a:pPr>
            <a:r>
              <a:t/>
            </a:r>
            <a:endParaRPr b="0" i="0" sz="2200" u="none" cap="none" strike="noStrike">
              <a:solidFill>
                <a:schemeClr val="lt1"/>
              </a:solidFill>
              <a:latin typeface="Arial"/>
              <a:ea typeface="Arial"/>
              <a:cs typeface="Arial"/>
              <a:sym typeface="Arial"/>
            </a:endParaRPr>
          </a:p>
          <a:p>
            <a:pPr indent="-270828" lvl="0" marL="419100" marR="0" rtl="0" algn="l">
              <a:spcBef>
                <a:spcPts val="440"/>
              </a:spcBef>
              <a:spcAft>
                <a:spcPts val="0"/>
              </a:spcAft>
              <a:buClr>
                <a:schemeClr val="accent1"/>
              </a:buClr>
              <a:buSzPts val="1760"/>
              <a:buFont typeface="Noto Sans Symbols"/>
              <a:buNone/>
            </a:pPr>
            <a:r>
              <a:t/>
            </a:r>
            <a:endParaRPr b="0" i="0" sz="22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297" name="Google Shape;297;p29"/>
          <p:cNvSpPr txBox="1"/>
          <p:nvPr>
            <p:ph idx="1" type="body"/>
          </p:nvPr>
        </p:nvSpPr>
        <p:spPr>
          <a:xfrm>
            <a:off x="250825" y="1341437"/>
            <a:ext cx="889317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A (Address)</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Forman la pareja (nombre de host, IP asociada)</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Ejemplo:</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ns1 IN A 3.2.1.2</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ns2 IN A 3.2.1.3</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mail IN A 3.2.1.10</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 IN A 3.2.1.30</a:t>
            </a:r>
            <a:endParaRPr/>
          </a:p>
          <a:p>
            <a:pPr indent="-273049" lvl="1" marL="722312" marR="0" rtl="0" algn="l">
              <a:lnSpc>
                <a:spcPct val="80000"/>
              </a:lnSpc>
              <a:spcBef>
                <a:spcPts val="400"/>
              </a:spcBef>
              <a:spcAft>
                <a:spcPts val="0"/>
              </a:spcAft>
              <a:buClr>
                <a:schemeClr val="accent1"/>
              </a:buClr>
              <a:buSzPts val="1800"/>
              <a:buFont typeface="Noto Sans Symbols"/>
              <a:buChar char="⚫"/>
            </a:pPr>
            <a:r>
              <a:rPr b="0" i="0" lang="en-US" sz="2000" u="none" cap="none" strike="noStrike">
                <a:solidFill>
                  <a:schemeClr val="lt1"/>
                </a:solidFill>
                <a:latin typeface="Arial"/>
                <a:ea typeface="Arial"/>
                <a:cs typeface="Arial"/>
                <a:sym typeface="Arial"/>
              </a:rPr>
              <a:t>Para IPv6, se utilizará  AAAA  en lugar  de  A</a:t>
            </a:r>
            <a:endParaRPr/>
          </a:p>
          <a:p>
            <a:pPr indent="0" lvl="2" marL="749300" marR="0" rtl="0" algn="l">
              <a:lnSpc>
                <a:spcPct val="80000"/>
              </a:lnSpc>
              <a:spcBef>
                <a:spcPts val="400"/>
              </a:spcBef>
              <a:spcAft>
                <a:spcPts val="0"/>
              </a:spcAft>
              <a:buClr>
                <a:schemeClr val="accent2"/>
              </a:buClr>
              <a:buSzPts val="1700"/>
              <a:buFont typeface="Arial"/>
              <a:buNone/>
            </a:pPr>
            <a:r>
              <a:t/>
            </a:r>
            <a:endParaRPr b="0" i="0" sz="2000" u="none" cap="none" strike="noStrike">
              <a:solidFill>
                <a:schemeClr val="lt1"/>
              </a:solidFill>
              <a:latin typeface="Courier New"/>
              <a:ea typeface="Courier New"/>
              <a:cs typeface="Courier New"/>
              <a:sym typeface="Courier New"/>
            </a:endParaRPr>
          </a:p>
          <a:p>
            <a:pPr indent="-147319" lvl="1" marL="722312" marR="0" rtl="0" algn="l">
              <a:lnSpc>
                <a:spcPct val="80000"/>
              </a:lnSpc>
              <a:spcBef>
                <a:spcPts val="440"/>
              </a:spcBef>
              <a:spcAft>
                <a:spcPts val="0"/>
              </a:spcAft>
              <a:buClr>
                <a:schemeClr val="accent1"/>
              </a:buClr>
              <a:buSzPts val="1980"/>
              <a:buFont typeface="Noto Sans Symbols"/>
              <a:buNone/>
            </a:pPr>
            <a:r>
              <a:t/>
            </a:r>
            <a:endParaRPr b="0" i="0" sz="2200" u="none" cap="none" strike="noStrike">
              <a:solidFill>
                <a:schemeClr val="lt1"/>
              </a:solidFill>
              <a:latin typeface="Arial"/>
              <a:ea typeface="Arial"/>
              <a:cs typeface="Arial"/>
              <a:sym typeface="Arial"/>
            </a:endParaRPr>
          </a:p>
          <a:p>
            <a:pPr indent="-270828" lvl="0" marL="419100" marR="0" rtl="0" algn="l">
              <a:spcBef>
                <a:spcPts val="440"/>
              </a:spcBef>
              <a:spcAft>
                <a:spcPts val="0"/>
              </a:spcAft>
              <a:buClr>
                <a:schemeClr val="accent1"/>
              </a:buClr>
              <a:buSzPts val="1760"/>
              <a:buFont typeface="Noto Sans Symbols"/>
              <a:buNone/>
            </a:pPr>
            <a:r>
              <a:t/>
            </a:r>
            <a:endParaRPr b="0" i="0" sz="2200" u="none" cap="none" strike="noStrike">
              <a:solidFill>
                <a:schemeClr val="lt1"/>
              </a:solidFill>
              <a:latin typeface="Arial"/>
              <a:ea typeface="Arial"/>
              <a:cs typeface="Arial"/>
              <a:sym typeface="Arial"/>
            </a:endParaRPr>
          </a:p>
        </p:txBody>
      </p:sp>
      <p:sp>
        <p:nvSpPr>
          <p:cNvPr id="298" name="Google Shape;298;p29"/>
          <p:cNvSpPr txBox="1"/>
          <p:nvPr/>
        </p:nvSpPr>
        <p:spPr>
          <a:xfrm>
            <a:off x="3948112" y="3933825"/>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ejemplo.org</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(3.2.1.30)</a:t>
            </a:r>
            <a:endParaRPr/>
          </a:p>
        </p:txBody>
      </p:sp>
      <p:sp>
        <p:nvSpPr>
          <p:cNvPr id="299" name="Google Shape;299;p29"/>
          <p:cNvSpPr txBox="1"/>
          <p:nvPr/>
        </p:nvSpPr>
        <p:spPr>
          <a:xfrm>
            <a:off x="6011862" y="5084762"/>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mail</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(3.2.1.10)</a:t>
            </a:r>
            <a:endParaRPr/>
          </a:p>
        </p:txBody>
      </p:sp>
      <p:sp>
        <p:nvSpPr>
          <p:cNvPr id="300" name="Google Shape;300;p29"/>
          <p:cNvSpPr txBox="1"/>
          <p:nvPr/>
        </p:nvSpPr>
        <p:spPr>
          <a:xfrm>
            <a:off x="3924300" y="5084762"/>
            <a:ext cx="1727200"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ns2</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(3.2.1.3)</a:t>
            </a:r>
            <a:endParaRPr/>
          </a:p>
        </p:txBody>
      </p:sp>
      <p:sp>
        <p:nvSpPr>
          <p:cNvPr id="301" name="Google Shape;301;p29"/>
          <p:cNvSpPr txBox="1"/>
          <p:nvPr/>
        </p:nvSpPr>
        <p:spPr>
          <a:xfrm>
            <a:off x="1844675" y="5084762"/>
            <a:ext cx="1727200"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ns1</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(3.2.1.2)</a:t>
            </a:r>
            <a:endParaRPr/>
          </a:p>
        </p:txBody>
      </p:sp>
      <p:cxnSp>
        <p:nvCxnSpPr>
          <p:cNvPr id="302" name="Google Shape;302;p29"/>
          <p:cNvCxnSpPr/>
          <p:nvPr/>
        </p:nvCxnSpPr>
        <p:spPr>
          <a:xfrm flipH="1" rot="10800000">
            <a:off x="2843212" y="4581525"/>
            <a:ext cx="1441450" cy="503237"/>
          </a:xfrm>
          <a:prstGeom prst="straightConnector1">
            <a:avLst/>
          </a:prstGeom>
          <a:noFill/>
          <a:ln cap="flat" cmpd="sng" w="9525">
            <a:solidFill>
              <a:srgbClr val="85AC57"/>
            </a:solidFill>
            <a:prstDash val="solid"/>
            <a:miter lim="800000"/>
            <a:headEnd len="med" w="med" type="none"/>
            <a:tailEnd len="med" w="med" type="none"/>
          </a:ln>
        </p:spPr>
      </p:cxnSp>
      <p:cxnSp>
        <p:nvCxnSpPr>
          <p:cNvPr id="303" name="Google Shape;303;p29"/>
          <p:cNvCxnSpPr/>
          <p:nvPr/>
        </p:nvCxnSpPr>
        <p:spPr>
          <a:xfrm rot="10800000">
            <a:off x="4787900" y="4581525"/>
            <a:ext cx="0" cy="503237"/>
          </a:xfrm>
          <a:prstGeom prst="straightConnector1">
            <a:avLst/>
          </a:prstGeom>
          <a:noFill/>
          <a:ln cap="flat" cmpd="sng" w="9525">
            <a:solidFill>
              <a:srgbClr val="85AC57"/>
            </a:solidFill>
            <a:prstDash val="solid"/>
            <a:miter lim="800000"/>
            <a:headEnd len="med" w="med" type="none"/>
            <a:tailEnd len="med" w="med" type="none"/>
          </a:ln>
        </p:spPr>
      </p:cxnSp>
      <p:cxnSp>
        <p:nvCxnSpPr>
          <p:cNvPr id="304" name="Google Shape;304;p29"/>
          <p:cNvCxnSpPr/>
          <p:nvPr/>
        </p:nvCxnSpPr>
        <p:spPr>
          <a:xfrm>
            <a:off x="5435600" y="4581525"/>
            <a:ext cx="1296987" cy="503237"/>
          </a:xfrm>
          <a:prstGeom prst="straightConnector1">
            <a:avLst/>
          </a:prstGeom>
          <a:noFill/>
          <a:ln cap="flat" cmpd="sng" w="9525">
            <a:solidFill>
              <a:srgbClr val="85AC57"/>
            </a:solidFill>
            <a:prstDash val="solid"/>
            <a:miter lim="800000"/>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10" name="Google Shape;310;p30"/>
          <p:cNvSpPr txBox="1"/>
          <p:nvPr>
            <p:ph idx="1" type="body"/>
          </p:nvPr>
        </p:nvSpPr>
        <p:spPr>
          <a:xfrm>
            <a:off x="250825" y="1341437"/>
            <a:ext cx="8893175" cy="511175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CNAME (Canonical Name)</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Sirven para indicar nombres alternativos para un host</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Ejemplo:</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www IN CNAME @</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Formato:</a:t>
            </a:r>
            <a:endParaRPr/>
          </a:p>
          <a:p>
            <a:pPr indent="-273049" lvl="1" marL="722312" marR="0" rtl="0" algn="l">
              <a:lnSpc>
                <a:spcPct val="80000"/>
              </a:lnSpc>
              <a:spcBef>
                <a:spcPts val="440"/>
              </a:spcBef>
              <a:spcAft>
                <a:spcPts val="0"/>
              </a:spcAft>
              <a:buClr>
                <a:schemeClr val="accent1"/>
              </a:buClr>
              <a:buSzPts val="1980"/>
              <a:buFont typeface="Noto Sans Symbols"/>
              <a:buNone/>
            </a:pPr>
            <a:r>
              <a:rPr b="0" i="0" lang="en-US" sz="2200" u="none" cap="none" strike="noStrike">
                <a:solidFill>
                  <a:schemeClr val="lt1"/>
                </a:solidFill>
                <a:latin typeface="Arial"/>
                <a:ea typeface="Arial"/>
                <a:cs typeface="Arial"/>
                <a:sym typeface="Arial"/>
              </a:rPr>
              <a:t>	</a:t>
            </a:r>
            <a:r>
              <a:rPr b="0" i="0" lang="en-US" sz="2200" u="none" cap="none" strike="noStrike">
                <a:solidFill>
                  <a:schemeClr val="lt1"/>
                </a:solidFill>
                <a:latin typeface="Courier New"/>
                <a:ea typeface="Courier New"/>
                <a:cs typeface="Courier New"/>
                <a:sym typeface="Courier New"/>
              </a:rPr>
              <a:t>nombre_alternativo IN CNAME nombre_principal</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En este caso, un nombre alternativo para "ejemplo.org" es "www.ejemplo.org"</a:t>
            </a:r>
            <a:endParaRPr/>
          </a:p>
          <a:p>
            <a:pPr indent="-273049" lvl="1" marL="722312" marR="0" rtl="0" algn="l">
              <a:lnSpc>
                <a:spcPct val="80000"/>
              </a:lnSpc>
              <a:spcBef>
                <a:spcPts val="440"/>
              </a:spcBef>
              <a:spcAft>
                <a:spcPts val="0"/>
              </a:spcAft>
              <a:buClr>
                <a:schemeClr val="accent1"/>
              </a:buClr>
              <a:buSzPts val="1980"/>
              <a:buFont typeface="Noto Sans Symbols"/>
              <a:buChar char="⚫"/>
            </a:pPr>
            <a:r>
              <a:rPr b="0" i="0" lang="en-US" sz="2200" u="none" cap="none" strike="noStrike">
                <a:solidFill>
                  <a:schemeClr val="lt1"/>
                </a:solidFill>
                <a:latin typeface="Arial"/>
                <a:ea typeface="Arial"/>
                <a:cs typeface="Arial"/>
                <a:sym typeface="Arial"/>
              </a:rPr>
              <a:t>No son dos hosts, son dos nombres para el mismo host</a:t>
            </a:r>
            <a:endParaRPr/>
          </a:p>
        </p:txBody>
      </p:sp>
      <p:sp>
        <p:nvSpPr>
          <p:cNvPr id="311" name="Google Shape;311;p30"/>
          <p:cNvSpPr txBox="1"/>
          <p:nvPr/>
        </p:nvSpPr>
        <p:spPr>
          <a:xfrm>
            <a:off x="3948112" y="4508500"/>
            <a:ext cx="1728787" cy="649287"/>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a:solidFill>
                  <a:srgbClr val="FFFFFF"/>
                </a:solidFill>
                <a:latin typeface="Arial"/>
                <a:ea typeface="Arial"/>
                <a:cs typeface="Arial"/>
                <a:sym typeface="Arial"/>
              </a:rPr>
              <a:t>ejemplo.org</a:t>
            </a:r>
            <a:endParaRPr/>
          </a:p>
          <a:p>
            <a:pPr indent="0" lvl="0" marL="0" marR="0" rtl="0" algn="ctr">
              <a:lnSpc>
                <a:spcPct val="100000"/>
              </a:lnSpc>
              <a:spcBef>
                <a:spcPts val="0"/>
              </a:spcBef>
              <a:spcAft>
                <a:spcPts val="0"/>
              </a:spcAft>
              <a:buClr>
                <a:srgbClr val="FFFFFF"/>
              </a:buClr>
              <a:buSzPts val="1600"/>
              <a:buFont typeface="Arial"/>
              <a:buNone/>
            </a:pPr>
            <a:r>
              <a:rPr b="0" i="0" lang="en-US" sz="1600" u="none">
                <a:solidFill>
                  <a:srgbClr val="FFFFFF"/>
                </a:solidFill>
                <a:latin typeface="Arial"/>
                <a:ea typeface="Arial"/>
                <a:cs typeface="Arial"/>
                <a:sym typeface="Arial"/>
              </a:rPr>
              <a:t>www.ejemplo.org</a:t>
            </a:r>
            <a:endParaRPr/>
          </a:p>
          <a:p>
            <a:pPr indent="0" lvl="0" marL="0" marR="0" rtl="0" algn="ctr">
              <a:lnSpc>
                <a:spcPct val="100000"/>
              </a:lnSpc>
              <a:spcBef>
                <a:spcPts val="0"/>
              </a:spcBef>
              <a:spcAft>
                <a:spcPts val="0"/>
              </a:spcAft>
              <a:buClr>
                <a:srgbClr val="FFFFFF"/>
              </a:buClr>
              <a:buSzPts val="1600"/>
              <a:buFont typeface="Arial"/>
              <a:buNone/>
            </a:pPr>
            <a:r>
              <a:rPr b="0" i="0" lang="en-US" sz="1600" u="none">
                <a:solidFill>
                  <a:srgbClr val="FFFFFF"/>
                </a:solidFill>
                <a:latin typeface="Arial"/>
                <a:ea typeface="Arial"/>
                <a:cs typeface="Arial"/>
                <a:sym typeface="Arial"/>
              </a:rPr>
              <a:t>(3.2.1.30)</a:t>
            </a:r>
            <a:endParaRPr/>
          </a:p>
        </p:txBody>
      </p:sp>
      <p:sp>
        <p:nvSpPr>
          <p:cNvPr id="312" name="Google Shape;312;p30"/>
          <p:cNvSpPr txBox="1"/>
          <p:nvPr/>
        </p:nvSpPr>
        <p:spPr>
          <a:xfrm>
            <a:off x="6011862" y="5762625"/>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mail</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(3.2.1.10)</a:t>
            </a:r>
            <a:endParaRPr/>
          </a:p>
        </p:txBody>
      </p:sp>
      <p:sp>
        <p:nvSpPr>
          <p:cNvPr id="313" name="Google Shape;313;p30"/>
          <p:cNvSpPr txBox="1"/>
          <p:nvPr/>
        </p:nvSpPr>
        <p:spPr>
          <a:xfrm>
            <a:off x="3948112" y="5762625"/>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ns2</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(3.2.1.3)</a:t>
            </a:r>
            <a:endParaRPr/>
          </a:p>
        </p:txBody>
      </p:sp>
      <p:sp>
        <p:nvSpPr>
          <p:cNvPr id="314" name="Google Shape;314;p30"/>
          <p:cNvSpPr txBox="1"/>
          <p:nvPr/>
        </p:nvSpPr>
        <p:spPr>
          <a:xfrm>
            <a:off x="1835150" y="5762625"/>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ns1</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(3.2.1.2)</a:t>
            </a:r>
            <a:endParaRPr/>
          </a:p>
        </p:txBody>
      </p:sp>
      <p:cxnSp>
        <p:nvCxnSpPr>
          <p:cNvPr id="315" name="Google Shape;315;p30"/>
          <p:cNvCxnSpPr/>
          <p:nvPr/>
        </p:nvCxnSpPr>
        <p:spPr>
          <a:xfrm flipH="1" rot="10800000">
            <a:off x="2700337" y="5157787"/>
            <a:ext cx="1439862" cy="604837"/>
          </a:xfrm>
          <a:prstGeom prst="straightConnector1">
            <a:avLst/>
          </a:prstGeom>
          <a:noFill/>
          <a:ln cap="flat" cmpd="sng" w="9525">
            <a:solidFill>
              <a:srgbClr val="85AC57"/>
            </a:solidFill>
            <a:prstDash val="solid"/>
            <a:miter lim="800000"/>
            <a:headEnd len="med" w="med" type="none"/>
            <a:tailEnd len="med" w="med" type="none"/>
          </a:ln>
        </p:spPr>
      </p:cxnSp>
      <p:cxnSp>
        <p:nvCxnSpPr>
          <p:cNvPr id="316" name="Google Shape;316;p30"/>
          <p:cNvCxnSpPr/>
          <p:nvPr/>
        </p:nvCxnSpPr>
        <p:spPr>
          <a:xfrm rot="10800000">
            <a:off x="4813300" y="5157787"/>
            <a:ext cx="0" cy="604837"/>
          </a:xfrm>
          <a:prstGeom prst="straightConnector1">
            <a:avLst/>
          </a:prstGeom>
          <a:noFill/>
          <a:ln cap="flat" cmpd="sng" w="9525">
            <a:solidFill>
              <a:srgbClr val="85AC57"/>
            </a:solidFill>
            <a:prstDash val="solid"/>
            <a:miter lim="800000"/>
            <a:headEnd len="med" w="med" type="none"/>
            <a:tailEnd len="med" w="med" type="none"/>
          </a:ln>
        </p:spPr>
      </p:cxnSp>
      <p:cxnSp>
        <p:nvCxnSpPr>
          <p:cNvPr id="317" name="Google Shape;317;p30"/>
          <p:cNvCxnSpPr/>
          <p:nvPr/>
        </p:nvCxnSpPr>
        <p:spPr>
          <a:xfrm>
            <a:off x="5508625" y="5157787"/>
            <a:ext cx="1366837" cy="604837"/>
          </a:xfrm>
          <a:prstGeom prst="straightConnector1">
            <a:avLst/>
          </a:prstGeom>
          <a:noFill/>
          <a:ln cap="flat" cmpd="sng" w="9525">
            <a:solidFill>
              <a:srgbClr val="85AC57"/>
            </a:solidFill>
            <a:prstDash val="solid"/>
            <a:miter lim="800000"/>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1"/>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23" name="Google Shape;323;p31"/>
          <p:cNvSpPr txBox="1"/>
          <p:nvPr>
            <p:ph idx="1" type="body"/>
          </p:nvPr>
        </p:nvSpPr>
        <p:spPr>
          <a:xfrm>
            <a:off x="250825" y="1341437"/>
            <a:ext cx="8642350" cy="21590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Tipo MX (Mail eXchanger)</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Indican el servidor de correo para la zona, y la prioridad del mismo</a:t>
            </a:r>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Ejemplo:</a:t>
            </a:r>
            <a:endParaRPr/>
          </a:p>
          <a:p>
            <a:pPr indent="0" lvl="2" marL="749300" marR="0" rtl="0" algn="l">
              <a:lnSpc>
                <a:spcPct val="80000"/>
              </a:lnSpc>
              <a:spcBef>
                <a:spcPts val="360"/>
              </a:spcBef>
              <a:spcAft>
                <a:spcPts val="0"/>
              </a:spcAft>
              <a:buClr>
                <a:schemeClr val="accent2"/>
              </a:buClr>
              <a:buSzPts val="1530"/>
              <a:buFont typeface="Arial"/>
              <a:buNone/>
            </a:pPr>
            <a:r>
              <a:rPr b="0" i="0" lang="en-US" sz="1800" u="none" cap="none" strike="noStrike">
                <a:solidFill>
                  <a:schemeClr val="lt1"/>
                </a:solidFill>
                <a:latin typeface="Courier New"/>
                <a:ea typeface="Courier New"/>
                <a:cs typeface="Courier New"/>
                <a:sym typeface="Courier New"/>
              </a:rPr>
              <a:t>@ IN MX 10 mail.ejemplo.org.</a:t>
            </a:r>
            <a:endParaRPr/>
          </a:p>
        </p:txBody>
      </p:sp>
      <p:sp>
        <p:nvSpPr>
          <p:cNvPr id="324" name="Google Shape;324;p31"/>
          <p:cNvSpPr txBox="1"/>
          <p:nvPr/>
        </p:nvSpPr>
        <p:spPr>
          <a:xfrm>
            <a:off x="3948112" y="3500437"/>
            <a:ext cx="1728787" cy="649287"/>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a:solidFill>
                  <a:srgbClr val="FFFFFF"/>
                </a:solidFill>
                <a:latin typeface="Arial"/>
                <a:ea typeface="Arial"/>
                <a:cs typeface="Arial"/>
                <a:sym typeface="Arial"/>
              </a:rPr>
              <a:t>ejemplo.org</a:t>
            </a:r>
            <a:endParaRPr/>
          </a:p>
          <a:p>
            <a:pPr indent="0" lvl="0" marL="0" marR="0" rtl="0" algn="ctr">
              <a:lnSpc>
                <a:spcPct val="100000"/>
              </a:lnSpc>
              <a:spcBef>
                <a:spcPts val="0"/>
              </a:spcBef>
              <a:spcAft>
                <a:spcPts val="0"/>
              </a:spcAft>
              <a:buClr>
                <a:srgbClr val="FFFFFF"/>
              </a:buClr>
              <a:buSzPts val="1600"/>
              <a:buFont typeface="Arial"/>
              <a:buNone/>
            </a:pPr>
            <a:r>
              <a:rPr b="0" i="0" lang="en-US" sz="1600" u="none">
                <a:solidFill>
                  <a:srgbClr val="FFFFFF"/>
                </a:solidFill>
                <a:latin typeface="Arial"/>
                <a:ea typeface="Arial"/>
                <a:cs typeface="Arial"/>
                <a:sym typeface="Arial"/>
              </a:rPr>
              <a:t>www.ejemplo.org</a:t>
            </a:r>
            <a:endParaRPr/>
          </a:p>
          <a:p>
            <a:pPr indent="0" lvl="0" marL="0" marR="0" rtl="0" algn="ctr">
              <a:lnSpc>
                <a:spcPct val="100000"/>
              </a:lnSpc>
              <a:spcBef>
                <a:spcPts val="0"/>
              </a:spcBef>
              <a:spcAft>
                <a:spcPts val="0"/>
              </a:spcAft>
              <a:buClr>
                <a:srgbClr val="FFFFFF"/>
              </a:buClr>
              <a:buSzPts val="1600"/>
              <a:buFont typeface="Arial"/>
              <a:buNone/>
            </a:pPr>
            <a:r>
              <a:rPr b="0" i="0" lang="en-US" sz="1600" u="none">
                <a:solidFill>
                  <a:srgbClr val="FFFFFF"/>
                </a:solidFill>
                <a:latin typeface="Arial"/>
                <a:ea typeface="Arial"/>
                <a:cs typeface="Arial"/>
                <a:sym typeface="Arial"/>
              </a:rPr>
              <a:t>(3.2.1.30)</a:t>
            </a:r>
            <a:endParaRPr/>
          </a:p>
        </p:txBody>
      </p:sp>
      <p:sp>
        <p:nvSpPr>
          <p:cNvPr id="325" name="Google Shape;325;p31"/>
          <p:cNvSpPr txBox="1"/>
          <p:nvPr/>
        </p:nvSpPr>
        <p:spPr>
          <a:xfrm>
            <a:off x="6011862" y="4754562"/>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mail</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(3.2.1.10)</a:t>
            </a:r>
            <a:endParaRPr/>
          </a:p>
        </p:txBody>
      </p:sp>
      <p:sp>
        <p:nvSpPr>
          <p:cNvPr id="326" name="Google Shape;326;p31"/>
          <p:cNvSpPr txBox="1"/>
          <p:nvPr/>
        </p:nvSpPr>
        <p:spPr>
          <a:xfrm>
            <a:off x="3948112" y="4754562"/>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ns2</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(3.2.1.3)</a:t>
            </a:r>
            <a:endParaRPr/>
          </a:p>
        </p:txBody>
      </p:sp>
      <p:sp>
        <p:nvSpPr>
          <p:cNvPr id="327" name="Google Shape;327;p31"/>
          <p:cNvSpPr txBox="1"/>
          <p:nvPr/>
        </p:nvSpPr>
        <p:spPr>
          <a:xfrm>
            <a:off x="1835150" y="4754562"/>
            <a:ext cx="1728787" cy="647700"/>
          </a:xfrm>
          <a:prstGeom prst="rect">
            <a:avLst/>
          </a:prstGeom>
          <a:solidFill>
            <a:schemeClr val="dk1"/>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ns1</a:t>
            </a:r>
            <a:endParaRPr/>
          </a:p>
          <a:p>
            <a:pPr indent="0" lvl="0" marL="0" marR="0" rtl="0" algn="ctr">
              <a:lnSpc>
                <a:spcPct val="100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(3.2.1.2)</a:t>
            </a:r>
            <a:endParaRPr/>
          </a:p>
        </p:txBody>
      </p:sp>
      <p:cxnSp>
        <p:nvCxnSpPr>
          <p:cNvPr id="328" name="Google Shape;328;p31"/>
          <p:cNvCxnSpPr/>
          <p:nvPr/>
        </p:nvCxnSpPr>
        <p:spPr>
          <a:xfrm flipH="1" rot="10800000">
            <a:off x="2700337" y="4149725"/>
            <a:ext cx="1439862" cy="604837"/>
          </a:xfrm>
          <a:prstGeom prst="straightConnector1">
            <a:avLst/>
          </a:prstGeom>
          <a:noFill/>
          <a:ln cap="flat" cmpd="sng" w="9525">
            <a:solidFill>
              <a:srgbClr val="85AC57"/>
            </a:solidFill>
            <a:prstDash val="solid"/>
            <a:miter lim="800000"/>
            <a:headEnd len="med" w="med" type="none"/>
            <a:tailEnd len="med" w="med" type="none"/>
          </a:ln>
        </p:spPr>
      </p:cxnSp>
      <p:cxnSp>
        <p:nvCxnSpPr>
          <p:cNvPr id="329" name="Google Shape;329;p31"/>
          <p:cNvCxnSpPr/>
          <p:nvPr/>
        </p:nvCxnSpPr>
        <p:spPr>
          <a:xfrm rot="10800000">
            <a:off x="4813300" y="4149725"/>
            <a:ext cx="0" cy="604837"/>
          </a:xfrm>
          <a:prstGeom prst="straightConnector1">
            <a:avLst/>
          </a:prstGeom>
          <a:noFill/>
          <a:ln cap="flat" cmpd="sng" w="9525">
            <a:solidFill>
              <a:srgbClr val="85AC57"/>
            </a:solidFill>
            <a:prstDash val="solid"/>
            <a:miter lim="800000"/>
            <a:headEnd len="med" w="med" type="none"/>
            <a:tailEnd len="med" w="med" type="none"/>
          </a:ln>
        </p:spPr>
      </p:cxnSp>
      <p:cxnSp>
        <p:nvCxnSpPr>
          <p:cNvPr id="330" name="Google Shape;330;p31"/>
          <p:cNvCxnSpPr/>
          <p:nvPr/>
        </p:nvCxnSpPr>
        <p:spPr>
          <a:xfrm>
            <a:off x="5508625" y="4149725"/>
            <a:ext cx="1366837" cy="604837"/>
          </a:xfrm>
          <a:prstGeom prst="straightConnector1">
            <a:avLst/>
          </a:prstGeom>
          <a:noFill/>
          <a:ln cap="flat" cmpd="sng" w="9525">
            <a:solidFill>
              <a:srgbClr val="85AC57"/>
            </a:solidFill>
            <a:prstDash val="solid"/>
            <a:miter lim="800000"/>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2"/>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36" name="Google Shape;336;p32"/>
          <p:cNvSpPr txBox="1"/>
          <p:nvPr>
            <p:ph idx="1" type="body"/>
          </p:nvPr>
        </p:nvSpPr>
        <p:spPr>
          <a:xfrm>
            <a:off x="179387" y="1341437"/>
            <a:ext cx="8640762" cy="21590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Comando nslookup</a:t>
            </a:r>
            <a:endParaRPr b="0" i="0" sz="1400" u="none">
              <a:solidFill>
                <a:schemeClr val="lt1"/>
              </a:solidFill>
              <a:latin typeface="Courier New"/>
              <a:ea typeface="Courier New"/>
              <a:cs typeface="Courier New"/>
              <a:sym typeface="Courier New"/>
            </a:endParaRPr>
          </a:p>
          <a:p>
            <a:pPr indent="-273049" lvl="1" marL="722312" marR="0" rtl="0" algn="l">
              <a:lnSpc>
                <a:spcPct val="80000"/>
              </a:lnSpc>
              <a:spcBef>
                <a:spcPts val="480"/>
              </a:spcBef>
              <a:spcAft>
                <a:spcPts val="0"/>
              </a:spcAft>
              <a:buClr>
                <a:schemeClr val="accent1"/>
              </a:buClr>
              <a:buSzPts val="2160"/>
              <a:buFont typeface="Noto Sans Symbols"/>
              <a:buChar char="⚫"/>
            </a:pPr>
            <a:r>
              <a:rPr b="0" i="0" lang="en-US" sz="2400" u="none" cap="none" strike="noStrike">
                <a:solidFill>
                  <a:schemeClr val="lt1"/>
                </a:solidFill>
                <a:latin typeface="Arial"/>
                <a:ea typeface="Arial"/>
                <a:cs typeface="Arial"/>
                <a:sym typeface="Arial"/>
              </a:rPr>
              <a:t>Permite resolver consultas DNS así como inspeccionar los ficheros de zona de los servidores de nombres de un dominio concreto</a:t>
            </a:r>
            <a:endParaRPr/>
          </a:p>
          <a:p>
            <a:pPr indent="-135889" lvl="1" marL="722312" marR="0" rtl="0" algn="l">
              <a:lnSpc>
                <a:spcPct val="80000"/>
              </a:lnSpc>
              <a:spcBef>
                <a:spcPts val="480"/>
              </a:spcBef>
              <a:spcAft>
                <a:spcPts val="0"/>
              </a:spcAft>
              <a:buClr>
                <a:schemeClr val="accent1"/>
              </a:buClr>
              <a:buSzPts val="2160"/>
              <a:buFont typeface="Noto Sans Symbols"/>
              <a:buNone/>
            </a:pPr>
            <a:r>
              <a:t/>
            </a:r>
            <a:endParaRPr b="0" i="0" sz="2400" u="none" cap="none" strike="noStrike">
              <a:solidFill>
                <a:schemeClr val="lt1"/>
              </a:solidFill>
              <a:latin typeface="Arial"/>
              <a:ea typeface="Arial"/>
              <a:cs typeface="Arial"/>
              <a:sym typeface="Arial"/>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pic>
        <p:nvPicPr>
          <p:cNvPr id="337" name="Google Shape;337;p32"/>
          <p:cNvPicPr preferRelativeResize="0"/>
          <p:nvPr/>
        </p:nvPicPr>
        <p:blipFill rotWithShape="1">
          <a:blip r:embed="rId3">
            <a:alphaModFix/>
          </a:blip>
          <a:srcRect b="0" l="0" r="0" t="0"/>
          <a:stretch/>
        </p:blipFill>
        <p:spPr>
          <a:xfrm>
            <a:off x="827087" y="2781300"/>
            <a:ext cx="7621587" cy="3816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3"/>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43" name="Google Shape;343;p33"/>
          <p:cNvSpPr txBox="1"/>
          <p:nvPr>
            <p:ph idx="1" type="body"/>
          </p:nvPr>
        </p:nvSpPr>
        <p:spPr>
          <a:xfrm>
            <a:off x="179387" y="1341437"/>
            <a:ext cx="8640762" cy="6477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Comando nslookup</a:t>
            </a:r>
            <a:endParaRPr b="0" i="0" sz="1400" u="none">
              <a:solidFill>
                <a:schemeClr val="lt1"/>
              </a:solidFill>
              <a:latin typeface="Courier New"/>
              <a:ea typeface="Courier New"/>
              <a:cs typeface="Courier New"/>
              <a:sym typeface="Courier New"/>
            </a:endParaRPr>
          </a:p>
          <a:p>
            <a:pPr indent="-135889" lvl="1" marL="722312" marR="0" rtl="0" algn="l">
              <a:lnSpc>
                <a:spcPct val="80000"/>
              </a:lnSpc>
              <a:spcBef>
                <a:spcPts val="480"/>
              </a:spcBef>
              <a:spcAft>
                <a:spcPts val="0"/>
              </a:spcAft>
              <a:buClr>
                <a:schemeClr val="accent1"/>
              </a:buClr>
              <a:buSzPts val="2160"/>
              <a:buFont typeface="Noto Sans Symbols"/>
              <a:buNone/>
            </a:pPr>
            <a:r>
              <a:t/>
            </a:r>
            <a:endParaRPr b="0" i="0" sz="2400" u="none" cap="none" strike="noStrike">
              <a:solidFill>
                <a:schemeClr val="lt1"/>
              </a:solidFill>
              <a:latin typeface="Arial"/>
              <a:ea typeface="Arial"/>
              <a:cs typeface="Arial"/>
              <a:sym typeface="Arial"/>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pic>
        <p:nvPicPr>
          <p:cNvPr id="344" name="Google Shape;344;p33"/>
          <p:cNvPicPr preferRelativeResize="0"/>
          <p:nvPr/>
        </p:nvPicPr>
        <p:blipFill rotWithShape="1">
          <a:blip r:embed="rId3">
            <a:alphaModFix/>
          </a:blip>
          <a:srcRect b="0" l="0" r="0" t="0"/>
          <a:stretch/>
        </p:blipFill>
        <p:spPr>
          <a:xfrm>
            <a:off x="755650" y="1916112"/>
            <a:ext cx="6553200" cy="45831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50" name="Google Shape;350;p34"/>
          <p:cNvSpPr txBox="1"/>
          <p:nvPr>
            <p:ph idx="1" type="body"/>
          </p:nvPr>
        </p:nvSpPr>
        <p:spPr>
          <a:xfrm>
            <a:off x="179387" y="1341437"/>
            <a:ext cx="8640762" cy="6477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Comando nslookup</a:t>
            </a:r>
            <a:endParaRPr b="0" i="0" sz="1400" u="none">
              <a:solidFill>
                <a:schemeClr val="lt1"/>
              </a:solidFill>
              <a:latin typeface="Courier New"/>
              <a:ea typeface="Courier New"/>
              <a:cs typeface="Courier New"/>
              <a:sym typeface="Courier New"/>
            </a:endParaRPr>
          </a:p>
          <a:p>
            <a:pPr indent="-135889" lvl="1" marL="722312" marR="0" rtl="0" algn="l">
              <a:lnSpc>
                <a:spcPct val="80000"/>
              </a:lnSpc>
              <a:spcBef>
                <a:spcPts val="480"/>
              </a:spcBef>
              <a:spcAft>
                <a:spcPts val="0"/>
              </a:spcAft>
              <a:buClr>
                <a:schemeClr val="accent1"/>
              </a:buClr>
              <a:buSzPts val="2160"/>
              <a:buFont typeface="Noto Sans Symbols"/>
              <a:buNone/>
            </a:pPr>
            <a:r>
              <a:t/>
            </a:r>
            <a:endParaRPr b="0" i="0" sz="2400" u="none" cap="none" strike="noStrike">
              <a:solidFill>
                <a:schemeClr val="lt1"/>
              </a:solidFill>
              <a:latin typeface="Arial"/>
              <a:ea typeface="Arial"/>
              <a:cs typeface="Arial"/>
              <a:sym typeface="Arial"/>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pic>
        <p:nvPicPr>
          <p:cNvPr id="351" name="Google Shape;351;p34"/>
          <p:cNvPicPr preferRelativeResize="0"/>
          <p:nvPr/>
        </p:nvPicPr>
        <p:blipFill rotWithShape="1">
          <a:blip r:embed="rId3">
            <a:alphaModFix/>
          </a:blip>
          <a:srcRect b="0" l="0" r="0" t="0"/>
          <a:stretch/>
        </p:blipFill>
        <p:spPr>
          <a:xfrm>
            <a:off x="684212" y="1916112"/>
            <a:ext cx="5975350" cy="4870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5"/>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57" name="Google Shape;357;p35"/>
          <p:cNvSpPr txBox="1"/>
          <p:nvPr>
            <p:ph idx="1" type="body"/>
          </p:nvPr>
        </p:nvSpPr>
        <p:spPr>
          <a:xfrm>
            <a:off x="179387" y="1341437"/>
            <a:ext cx="8640762" cy="6477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Comando nslookup</a:t>
            </a:r>
            <a:endParaRPr b="0" i="0" sz="1400" u="none">
              <a:solidFill>
                <a:schemeClr val="lt1"/>
              </a:solidFill>
              <a:latin typeface="Courier New"/>
              <a:ea typeface="Courier New"/>
              <a:cs typeface="Courier New"/>
              <a:sym typeface="Courier New"/>
            </a:endParaRPr>
          </a:p>
          <a:p>
            <a:pPr indent="-135889" lvl="1" marL="722312" marR="0" rtl="0" algn="l">
              <a:lnSpc>
                <a:spcPct val="80000"/>
              </a:lnSpc>
              <a:spcBef>
                <a:spcPts val="480"/>
              </a:spcBef>
              <a:spcAft>
                <a:spcPts val="0"/>
              </a:spcAft>
              <a:buClr>
                <a:schemeClr val="accent1"/>
              </a:buClr>
              <a:buSzPts val="2160"/>
              <a:buFont typeface="Noto Sans Symbols"/>
              <a:buNone/>
            </a:pPr>
            <a:r>
              <a:t/>
            </a:r>
            <a:endParaRPr b="0" i="0" sz="2400" u="none" cap="none" strike="noStrike">
              <a:solidFill>
                <a:schemeClr val="lt1"/>
              </a:solidFill>
              <a:latin typeface="Arial"/>
              <a:ea typeface="Arial"/>
              <a:cs typeface="Arial"/>
              <a:sym typeface="Arial"/>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pic>
        <p:nvPicPr>
          <p:cNvPr id="358" name="Google Shape;358;p35"/>
          <p:cNvPicPr preferRelativeResize="0"/>
          <p:nvPr/>
        </p:nvPicPr>
        <p:blipFill rotWithShape="1">
          <a:blip r:embed="rId3">
            <a:alphaModFix/>
          </a:blip>
          <a:srcRect b="0" l="0" r="0" t="0"/>
          <a:stretch/>
        </p:blipFill>
        <p:spPr>
          <a:xfrm>
            <a:off x="611187" y="2276475"/>
            <a:ext cx="7783512" cy="33131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6"/>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64" name="Google Shape;364;p36"/>
          <p:cNvSpPr txBox="1"/>
          <p:nvPr>
            <p:ph idx="1" type="body"/>
          </p:nvPr>
        </p:nvSpPr>
        <p:spPr>
          <a:xfrm>
            <a:off x="179387" y="1341437"/>
            <a:ext cx="8640762" cy="6477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Comando nslookup</a:t>
            </a:r>
            <a:endParaRPr b="0" i="0" sz="1400" u="none">
              <a:solidFill>
                <a:schemeClr val="lt1"/>
              </a:solidFill>
              <a:latin typeface="Courier New"/>
              <a:ea typeface="Courier New"/>
              <a:cs typeface="Courier New"/>
              <a:sym typeface="Courier New"/>
            </a:endParaRPr>
          </a:p>
          <a:p>
            <a:pPr indent="-135889" lvl="1" marL="722312" marR="0" rtl="0" algn="l">
              <a:lnSpc>
                <a:spcPct val="80000"/>
              </a:lnSpc>
              <a:spcBef>
                <a:spcPts val="480"/>
              </a:spcBef>
              <a:spcAft>
                <a:spcPts val="0"/>
              </a:spcAft>
              <a:buClr>
                <a:schemeClr val="accent1"/>
              </a:buClr>
              <a:buSzPts val="2160"/>
              <a:buFont typeface="Noto Sans Symbols"/>
              <a:buNone/>
            </a:pPr>
            <a:r>
              <a:t/>
            </a:r>
            <a:endParaRPr b="0" i="0" sz="2400" u="none" cap="none" strike="noStrike">
              <a:solidFill>
                <a:schemeClr val="lt1"/>
              </a:solidFill>
              <a:latin typeface="Arial"/>
              <a:ea typeface="Arial"/>
              <a:cs typeface="Arial"/>
              <a:sym typeface="Arial"/>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pic>
        <p:nvPicPr>
          <p:cNvPr id="365" name="Google Shape;365;p36"/>
          <p:cNvPicPr preferRelativeResize="0"/>
          <p:nvPr/>
        </p:nvPicPr>
        <p:blipFill rotWithShape="1">
          <a:blip r:embed="rId3">
            <a:alphaModFix/>
          </a:blip>
          <a:srcRect b="0" l="0" r="0" t="0"/>
          <a:stretch/>
        </p:blipFill>
        <p:spPr>
          <a:xfrm>
            <a:off x="539750" y="1938337"/>
            <a:ext cx="8340725" cy="417671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4. Ficheros de zona</a:t>
            </a:r>
            <a:endParaRPr/>
          </a:p>
        </p:txBody>
      </p:sp>
      <p:sp>
        <p:nvSpPr>
          <p:cNvPr id="371" name="Google Shape;371;p37"/>
          <p:cNvSpPr txBox="1"/>
          <p:nvPr>
            <p:ph idx="1" type="body"/>
          </p:nvPr>
        </p:nvSpPr>
        <p:spPr>
          <a:xfrm>
            <a:off x="179387" y="1341437"/>
            <a:ext cx="8640762" cy="647700"/>
          </a:xfrm>
          <a:prstGeom prst="rect">
            <a:avLst/>
          </a:prstGeom>
          <a:noFill/>
          <a:ln>
            <a:noFill/>
          </a:ln>
        </p:spPr>
        <p:txBody>
          <a:bodyPr anchorCtr="0" anchor="t" bIns="45700" lIns="91425" spcFirstLastPara="1" rIns="91425" wrap="square" tIns="45700">
            <a:noAutofit/>
          </a:bodyPr>
          <a:lstStyle/>
          <a:p>
            <a:pPr indent="-382587" lvl="0" marL="419100" marR="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Comando nslookup</a:t>
            </a:r>
            <a:endParaRPr b="0" i="0" sz="1400" u="none">
              <a:solidFill>
                <a:schemeClr val="lt1"/>
              </a:solidFill>
              <a:latin typeface="Courier New"/>
              <a:ea typeface="Courier New"/>
              <a:cs typeface="Courier New"/>
              <a:sym typeface="Courier New"/>
            </a:endParaRPr>
          </a:p>
          <a:p>
            <a:pPr indent="-135889" lvl="1" marL="722312" marR="0" rtl="0" algn="l">
              <a:lnSpc>
                <a:spcPct val="80000"/>
              </a:lnSpc>
              <a:spcBef>
                <a:spcPts val="480"/>
              </a:spcBef>
              <a:spcAft>
                <a:spcPts val="0"/>
              </a:spcAft>
              <a:buClr>
                <a:schemeClr val="accent1"/>
              </a:buClr>
              <a:buSzPts val="2160"/>
              <a:buFont typeface="Noto Sans Symbols"/>
              <a:buNone/>
            </a:pPr>
            <a:r>
              <a:t/>
            </a:r>
            <a:endParaRPr b="0" i="0" sz="2400" u="none" cap="none" strike="noStrike">
              <a:solidFill>
                <a:schemeClr val="lt1"/>
              </a:solidFill>
              <a:latin typeface="Arial"/>
              <a:ea typeface="Arial"/>
              <a:cs typeface="Arial"/>
              <a:sym typeface="Arial"/>
            </a:endParaRPr>
          </a:p>
          <a:p>
            <a:pPr indent="-260668" lvl="0" marL="419100" marR="0" rtl="0" algn="l">
              <a:spcBef>
                <a:spcPts val="480"/>
              </a:spcBef>
              <a:spcAft>
                <a:spcPts val="0"/>
              </a:spcAft>
              <a:buClr>
                <a:schemeClr val="accent1"/>
              </a:buClr>
              <a:buSzPts val="1920"/>
              <a:buFont typeface="Noto Sans Symbols"/>
              <a:buNone/>
            </a:pPr>
            <a:r>
              <a:t/>
            </a:r>
            <a:endParaRPr b="0" i="0" sz="2400" u="none" cap="none" strike="noStrike">
              <a:solidFill>
                <a:schemeClr val="lt1"/>
              </a:solidFill>
              <a:latin typeface="Arial"/>
              <a:ea typeface="Arial"/>
              <a:cs typeface="Arial"/>
              <a:sym typeface="Arial"/>
            </a:endParaRPr>
          </a:p>
        </p:txBody>
      </p:sp>
      <p:pic>
        <p:nvPicPr>
          <p:cNvPr id="372" name="Google Shape;372;p37"/>
          <p:cNvPicPr preferRelativeResize="0"/>
          <p:nvPr/>
        </p:nvPicPr>
        <p:blipFill rotWithShape="1">
          <a:blip r:embed="rId3">
            <a:alphaModFix/>
          </a:blip>
          <a:srcRect b="0" l="0" r="0" t="0"/>
          <a:stretch/>
        </p:blipFill>
        <p:spPr>
          <a:xfrm>
            <a:off x="755650" y="1773237"/>
            <a:ext cx="7200900" cy="490061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8"/>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378" name="Google Shape;378;p38"/>
          <p:cNvSpPr txBox="1"/>
          <p:nvPr>
            <p:ph idx="1" type="body"/>
          </p:nvPr>
        </p:nvSpPr>
        <p:spPr>
          <a:xfrm>
            <a:off x="168275" y="1484312"/>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Una vez hemos diseñado nuestras páginas web, ¿cómo les asociamos un nombre de dominio? ¿Y cómo asociamos dicho nombre a una IP determinada?</a:t>
            </a:r>
            <a:endParaRPr/>
          </a:p>
          <a:p>
            <a:pPr indent="-382587" lvl="0" marL="419100" rtl="0" algn="l">
              <a:lnSpc>
                <a:spcPct val="100000"/>
              </a:lnSpc>
              <a:spcBef>
                <a:spcPts val="60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Varias soluciones</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Comprar/alquilar un dominio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DNS dinámico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9"/>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384" name="Google Shape;384;p39"/>
          <p:cNvSpPr txBox="1"/>
          <p:nvPr>
            <p:ph idx="1" type="body"/>
          </p:nvPr>
        </p:nvSpPr>
        <p:spPr>
          <a:xfrm>
            <a:off x="147637" y="1484312"/>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80000"/>
              </a:lnSpc>
              <a:spcBef>
                <a:spcPts val="0"/>
              </a:spcBef>
              <a:spcAft>
                <a:spcPts val="0"/>
              </a:spcAft>
              <a:buClr>
                <a:schemeClr val="accent1"/>
              </a:buClr>
              <a:buSzPts val="2240"/>
              <a:buFont typeface="Noto Sans Symbols"/>
              <a:buChar char="⦿"/>
            </a:pPr>
            <a:r>
              <a:rPr b="0" i="0" lang="en-US" sz="2800" u="none">
                <a:solidFill>
                  <a:schemeClr val="lt1"/>
                </a:solidFill>
                <a:latin typeface="Arial"/>
                <a:ea typeface="Arial"/>
                <a:cs typeface="Arial"/>
                <a:sym typeface="Arial"/>
              </a:rPr>
              <a:t>Comprar/alquilar un dominio</a:t>
            </a:r>
            <a:endParaRPr/>
          </a:p>
          <a:p>
            <a:pPr indent="-273049" lvl="1" marL="722312" rtl="0" algn="l">
              <a:lnSpc>
                <a:spcPct val="80000"/>
              </a:lnSpc>
              <a:spcBef>
                <a:spcPts val="480"/>
              </a:spcBef>
              <a:spcAft>
                <a:spcPts val="0"/>
              </a:spcAft>
              <a:buClr>
                <a:schemeClr val="accent1"/>
              </a:buClr>
              <a:buSzPts val="2160"/>
              <a:buFont typeface="Noto Sans Symbols"/>
              <a:buChar char="⚫"/>
            </a:pPr>
            <a:r>
              <a:rPr b="0" i="0" lang="en-US" sz="2400" u="none">
                <a:solidFill>
                  <a:schemeClr val="lt1"/>
                </a:solidFill>
                <a:latin typeface="Arial"/>
                <a:ea typeface="Arial"/>
                <a:cs typeface="Arial"/>
                <a:sym typeface="Arial"/>
              </a:rPr>
              <a:t>Contactar con una empresa de hosting (alojamiento web)</a:t>
            </a:r>
            <a:endParaRPr/>
          </a:p>
          <a:p>
            <a:pPr indent="-273049" lvl="1" marL="722312" rtl="0" algn="l">
              <a:lnSpc>
                <a:spcPct val="80000"/>
              </a:lnSpc>
              <a:spcBef>
                <a:spcPts val="480"/>
              </a:spcBef>
              <a:spcAft>
                <a:spcPts val="0"/>
              </a:spcAft>
              <a:buClr>
                <a:schemeClr val="accent1"/>
              </a:buClr>
              <a:buSzPts val="2160"/>
              <a:buFont typeface="Noto Sans Symbols"/>
              <a:buChar char="⚫"/>
            </a:pPr>
            <a:r>
              <a:rPr b="0" i="0" lang="en-US" sz="2400" u="none">
                <a:solidFill>
                  <a:schemeClr val="lt1"/>
                </a:solidFill>
                <a:latin typeface="Arial"/>
                <a:ea typeface="Arial"/>
                <a:cs typeface="Arial"/>
                <a:sym typeface="Arial"/>
              </a:rPr>
              <a:t>La empresa suele proporcionar:</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Espacio para las páginas web ( varios MB )</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Un nombre de dominio</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Cuenta FTP para subir las páginas web al servidor</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Páginas de error personalizables</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Varias cuentas de correo</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Asistente para el diseño de páginas web</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Blog</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Administración de las webs</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Estadísticas de consumo y visitas</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Con / sin publicidad</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Gestión de subdominios</a:t>
            </a:r>
            <a:endParaRPr/>
          </a:p>
          <a:p>
            <a:pPr indent="-255587" lvl="2" marL="1004887" rtl="0" algn="l">
              <a:lnSpc>
                <a:spcPct val="80000"/>
              </a:lnSpc>
              <a:spcBef>
                <a:spcPts val="400"/>
              </a:spcBef>
              <a:spcAft>
                <a:spcPts val="0"/>
              </a:spcAft>
              <a:buClr>
                <a:schemeClr val="accent2"/>
              </a:buClr>
              <a:buSzPts val="1700"/>
              <a:buFont typeface="Arial"/>
              <a:buChar char="○"/>
            </a:pPr>
            <a:r>
              <a:rPr b="0" i="0" lang="en-US" sz="2000" u="none">
                <a:solidFill>
                  <a:schemeClr val="lt1"/>
                </a:solidFill>
                <a:latin typeface="Arial"/>
                <a:ea typeface="Arial"/>
                <a:cs typeface="Arial"/>
                <a:sym typeface="Arial"/>
              </a:rPr>
              <a:t>Soporte para PHP, SQL …</a:t>
            </a:r>
            <a:endParaRPr/>
          </a:p>
          <a:p>
            <a:pPr indent="-280988" lvl="0" marL="419100" rtl="0" algn="l">
              <a:spcBef>
                <a:spcPts val="400"/>
              </a:spcBef>
              <a:spcAft>
                <a:spcPts val="0"/>
              </a:spcAft>
              <a:buSzPts val="1600"/>
              <a:buNone/>
            </a:pPr>
            <a:r>
              <a:t/>
            </a:r>
            <a:endParaRPr b="0" i="0" sz="2000" u="none">
              <a:solidFill>
                <a:schemeClr val="lt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0"/>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390" name="Google Shape;390;p40"/>
          <p:cNvSpPr txBox="1"/>
          <p:nvPr>
            <p:ph idx="1" type="body"/>
          </p:nvPr>
        </p:nvSpPr>
        <p:spPr>
          <a:xfrm>
            <a:off x="179387" y="1412875"/>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9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Comprar/alquilar un dominio</a:t>
            </a:r>
            <a:endParaRPr/>
          </a:p>
          <a:p>
            <a:pPr indent="-273049" lvl="1" marL="722312" rtl="0" algn="l">
              <a:lnSpc>
                <a:spcPct val="9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El equipo donde residen las páginas web forma parte de la empresa de hosting</a:t>
            </a:r>
            <a:endParaRPr/>
          </a:p>
          <a:p>
            <a:pPr indent="-273049" lvl="1" marL="722312" rtl="0" algn="l">
              <a:lnSpc>
                <a:spcPct val="9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El diseñador web crea las páginas y las sube mediante FTP al espacio reservado para él en la empresa</a:t>
            </a:r>
            <a:endParaRPr/>
          </a:p>
          <a:p>
            <a:pPr indent="-273049" lvl="1" marL="722312" rtl="0" algn="l">
              <a:lnSpc>
                <a:spcPct val="9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Los accesos de los clientes al dominio contratado son accesos a la empresa de hosting</a:t>
            </a:r>
            <a:endParaRPr/>
          </a:p>
          <a:p>
            <a:pPr indent="-273049" lvl="1" marL="722312" rtl="0" algn="l">
              <a:lnSpc>
                <a:spcPct val="9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La empresa de hosting se encarga de la gestión del nombre DNS y del espacio web</a:t>
            </a:r>
            <a:endParaRPr/>
          </a:p>
          <a:p>
            <a:pPr indent="-250508" lvl="0" marL="419100" rtl="0" algn="l">
              <a:spcBef>
                <a:spcPts val="520"/>
              </a:spcBef>
              <a:spcAft>
                <a:spcPts val="0"/>
              </a:spcAft>
              <a:buSzPts val="2080"/>
              <a:buNone/>
            </a:pPr>
            <a:r>
              <a:t/>
            </a:r>
            <a:endParaRPr b="0" i="0" sz="2600" u="none">
              <a:solidFill>
                <a:schemeClr val="lt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1"/>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396" name="Google Shape;396;p41"/>
          <p:cNvSpPr txBox="1"/>
          <p:nvPr>
            <p:ph idx="1" type="body"/>
          </p:nvPr>
        </p:nvSpPr>
        <p:spPr>
          <a:xfrm>
            <a:off x="457200" y="1600200"/>
            <a:ext cx="8075612" cy="4924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080"/>
              <a:buFont typeface="Noto Sans Symbols"/>
              <a:buChar char="⦿"/>
            </a:pPr>
            <a:r>
              <a:rPr b="0" i="0" lang="en-US" sz="2600" u="none">
                <a:solidFill>
                  <a:schemeClr val="lt1"/>
                </a:solidFill>
                <a:latin typeface="Arial"/>
                <a:ea typeface="Arial"/>
                <a:cs typeface="Arial"/>
                <a:sym typeface="Arial"/>
              </a:rPr>
              <a:t>Comprar/alquilar un dominio</a:t>
            </a:r>
            <a:endParaRPr/>
          </a:p>
          <a:p>
            <a:pPr indent="-250508" lvl="0" marL="419100" rtl="0" algn="l">
              <a:spcBef>
                <a:spcPts val="520"/>
              </a:spcBef>
              <a:spcAft>
                <a:spcPts val="0"/>
              </a:spcAft>
              <a:buSzPts val="2080"/>
              <a:buNone/>
            </a:pPr>
            <a:r>
              <a:t/>
            </a:r>
            <a:endParaRPr b="0" i="0" sz="2600" u="none">
              <a:solidFill>
                <a:schemeClr val="lt1"/>
              </a:solidFill>
              <a:latin typeface="Arial"/>
              <a:ea typeface="Arial"/>
              <a:cs typeface="Arial"/>
              <a:sym typeface="Arial"/>
            </a:endParaRPr>
          </a:p>
        </p:txBody>
      </p:sp>
      <p:pic>
        <p:nvPicPr>
          <p:cNvPr id="397" name="Google Shape;397;p41"/>
          <p:cNvPicPr preferRelativeResize="0"/>
          <p:nvPr/>
        </p:nvPicPr>
        <p:blipFill rotWithShape="1">
          <a:blip r:embed="rId3">
            <a:alphaModFix/>
          </a:blip>
          <a:srcRect b="0" l="0" r="0" t="0"/>
          <a:stretch/>
        </p:blipFill>
        <p:spPr>
          <a:xfrm>
            <a:off x="2051050" y="2271712"/>
            <a:ext cx="4824412" cy="394811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2"/>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03" name="Google Shape;403;p42"/>
          <p:cNvSpPr txBox="1"/>
          <p:nvPr>
            <p:ph idx="1" type="body"/>
          </p:nvPr>
        </p:nvSpPr>
        <p:spPr>
          <a:xfrm>
            <a:off x="457200" y="1600200"/>
            <a:ext cx="8075612" cy="4924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080"/>
              <a:buFont typeface="Noto Sans Symbols"/>
              <a:buChar char="⦿"/>
            </a:pPr>
            <a:r>
              <a:rPr b="0" i="0" lang="en-US" sz="2600" u="none">
                <a:solidFill>
                  <a:schemeClr val="lt1"/>
                </a:solidFill>
                <a:latin typeface="Arial"/>
                <a:ea typeface="Arial"/>
                <a:cs typeface="Arial"/>
                <a:sym typeface="Arial"/>
              </a:rPr>
              <a:t>Comprar/alquilar un dominio</a:t>
            </a:r>
            <a:endParaRPr/>
          </a:p>
          <a:p>
            <a:pPr indent="-250508" lvl="0" marL="419100" rtl="0" algn="l">
              <a:spcBef>
                <a:spcPts val="520"/>
              </a:spcBef>
              <a:spcAft>
                <a:spcPts val="0"/>
              </a:spcAft>
              <a:buSzPts val="2080"/>
              <a:buNone/>
            </a:pPr>
            <a:r>
              <a:t/>
            </a:r>
            <a:endParaRPr b="0" i="0" sz="2600" u="none">
              <a:solidFill>
                <a:schemeClr val="lt1"/>
              </a:solidFill>
              <a:latin typeface="Arial"/>
              <a:ea typeface="Arial"/>
              <a:cs typeface="Arial"/>
              <a:sym typeface="Arial"/>
            </a:endParaRPr>
          </a:p>
        </p:txBody>
      </p:sp>
      <p:pic>
        <p:nvPicPr>
          <p:cNvPr id="404" name="Google Shape;404;p42"/>
          <p:cNvPicPr preferRelativeResize="0"/>
          <p:nvPr/>
        </p:nvPicPr>
        <p:blipFill rotWithShape="1">
          <a:blip r:embed="rId3">
            <a:alphaModFix/>
          </a:blip>
          <a:srcRect b="0" l="0" r="0" t="0"/>
          <a:stretch/>
        </p:blipFill>
        <p:spPr>
          <a:xfrm>
            <a:off x="395287" y="2205037"/>
            <a:ext cx="2724150" cy="1514475"/>
          </a:xfrm>
          <a:prstGeom prst="rect">
            <a:avLst/>
          </a:prstGeom>
          <a:noFill/>
          <a:ln>
            <a:noFill/>
          </a:ln>
        </p:spPr>
      </p:pic>
      <p:pic>
        <p:nvPicPr>
          <p:cNvPr id="405" name="Google Shape;405;p42"/>
          <p:cNvPicPr preferRelativeResize="0"/>
          <p:nvPr/>
        </p:nvPicPr>
        <p:blipFill rotWithShape="1">
          <a:blip r:embed="rId4">
            <a:alphaModFix/>
          </a:blip>
          <a:srcRect b="0" l="0" r="0" t="0"/>
          <a:stretch/>
        </p:blipFill>
        <p:spPr>
          <a:xfrm>
            <a:off x="3422650" y="2227262"/>
            <a:ext cx="5295900" cy="971550"/>
          </a:xfrm>
          <a:prstGeom prst="rect">
            <a:avLst/>
          </a:prstGeom>
          <a:noFill/>
          <a:ln>
            <a:noFill/>
          </a:ln>
        </p:spPr>
      </p:pic>
      <p:pic>
        <p:nvPicPr>
          <p:cNvPr id="406" name="Google Shape;406;p42"/>
          <p:cNvPicPr preferRelativeResize="0"/>
          <p:nvPr/>
        </p:nvPicPr>
        <p:blipFill rotWithShape="1">
          <a:blip r:embed="rId5">
            <a:alphaModFix/>
          </a:blip>
          <a:srcRect b="0" l="0" r="0" t="0"/>
          <a:stretch/>
        </p:blipFill>
        <p:spPr>
          <a:xfrm>
            <a:off x="6372225" y="2227262"/>
            <a:ext cx="2105025" cy="285750"/>
          </a:xfrm>
          <a:prstGeom prst="rect">
            <a:avLst/>
          </a:prstGeom>
          <a:noFill/>
          <a:ln>
            <a:noFill/>
          </a:ln>
        </p:spPr>
      </p:pic>
      <p:pic>
        <p:nvPicPr>
          <p:cNvPr id="407" name="Google Shape;407;p42"/>
          <p:cNvPicPr preferRelativeResize="0"/>
          <p:nvPr/>
        </p:nvPicPr>
        <p:blipFill rotWithShape="1">
          <a:blip r:embed="rId6">
            <a:alphaModFix/>
          </a:blip>
          <a:srcRect b="0" l="0" r="0" t="0"/>
          <a:stretch/>
        </p:blipFill>
        <p:spPr>
          <a:xfrm>
            <a:off x="2014537" y="4076700"/>
            <a:ext cx="5410200" cy="23431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3"/>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13" name="Google Shape;413;p43"/>
          <p:cNvSpPr txBox="1"/>
          <p:nvPr>
            <p:ph idx="1" type="body"/>
          </p:nvPr>
        </p:nvSpPr>
        <p:spPr>
          <a:xfrm>
            <a:off x="457200" y="1600200"/>
            <a:ext cx="8075612" cy="4924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080"/>
              <a:buFont typeface="Noto Sans Symbols"/>
              <a:buChar char="⦿"/>
            </a:pPr>
            <a:r>
              <a:rPr b="0" i="0" lang="en-US" sz="2600" u="none">
                <a:solidFill>
                  <a:schemeClr val="lt1"/>
                </a:solidFill>
                <a:latin typeface="Arial"/>
                <a:ea typeface="Arial"/>
                <a:cs typeface="Arial"/>
                <a:sym typeface="Arial"/>
              </a:rPr>
              <a:t>Comprar/alquilar un dominio</a:t>
            </a:r>
            <a:endParaRPr/>
          </a:p>
          <a:p>
            <a:pPr indent="-250508" lvl="0" marL="419100" rtl="0" algn="l">
              <a:spcBef>
                <a:spcPts val="520"/>
              </a:spcBef>
              <a:spcAft>
                <a:spcPts val="0"/>
              </a:spcAft>
              <a:buSzPts val="2080"/>
              <a:buNone/>
            </a:pPr>
            <a:r>
              <a:t/>
            </a:r>
            <a:endParaRPr b="0" i="0" sz="2600" u="none">
              <a:solidFill>
                <a:schemeClr val="lt1"/>
              </a:solidFill>
              <a:latin typeface="Arial"/>
              <a:ea typeface="Arial"/>
              <a:cs typeface="Arial"/>
              <a:sym typeface="Arial"/>
            </a:endParaRPr>
          </a:p>
        </p:txBody>
      </p:sp>
      <p:pic>
        <p:nvPicPr>
          <p:cNvPr id="414" name="Google Shape;414;p43"/>
          <p:cNvPicPr preferRelativeResize="0"/>
          <p:nvPr/>
        </p:nvPicPr>
        <p:blipFill rotWithShape="1">
          <a:blip r:embed="rId3">
            <a:alphaModFix/>
          </a:blip>
          <a:srcRect b="0" l="0" r="0" t="0"/>
          <a:stretch/>
        </p:blipFill>
        <p:spPr>
          <a:xfrm>
            <a:off x="395287" y="2276475"/>
            <a:ext cx="5667375" cy="2619375"/>
          </a:xfrm>
          <a:prstGeom prst="rect">
            <a:avLst/>
          </a:prstGeom>
          <a:noFill/>
          <a:ln>
            <a:noFill/>
          </a:ln>
        </p:spPr>
      </p:pic>
      <p:pic>
        <p:nvPicPr>
          <p:cNvPr id="415" name="Google Shape;415;p43"/>
          <p:cNvPicPr preferRelativeResize="0"/>
          <p:nvPr/>
        </p:nvPicPr>
        <p:blipFill rotWithShape="1">
          <a:blip r:embed="rId4">
            <a:alphaModFix/>
          </a:blip>
          <a:srcRect b="0" l="0" r="0" t="0"/>
          <a:stretch/>
        </p:blipFill>
        <p:spPr>
          <a:xfrm>
            <a:off x="827087" y="5219700"/>
            <a:ext cx="1200150" cy="1581150"/>
          </a:xfrm>
          <a:prstGeom prst="rect">
            <a:avLst/>
          </a:prstGeom>
          <a:noFill/>
          <a:ln>
            <a:noFill/>
          </a:ln>
        </p:spPr>
      </p:pic>
      <p:pic>
        <p:nvPicPr>
          <p:cNvPr id="416" name="Google Shape;416;p43"/>
          <p:cNvPicPr preferRelativeResize="0"/>
          <p:nvPr/>
        </p:nvPicPr>
        <p:blipFill rotWithShape="1">
          <a:blip r:embed="rId5">
            <a:alphaModFix/>
          </a:blip>
          <a:srcRect b="0" l="0" r="0" t="0"/>
          <a:stretch/>
        </p:blipFill>
        <p:spPr>
          <a:xfrm>
            <a:off x="6659562" y="4467225"/>
            <a:ext cx="1628775" cy="2114550"/>
          </a:xfrm>
          <a:prstGeom prst="rect">
            <a:avLst/>
          </a:prstGeom>
          <a:noFill/>
          <a:ln>
            <a:noFill/>
          </a:ln>
        </p:spPr>
      </p:pic>
      <p:pic>
        <p:nvPicPr>
          <p:cNvPr id="417" name="Google Shape;417;p43"/>
          <p:cNvPicPr preferRelativeResize="0"/>
          <p:nvPr/>
        </p:nvPicPr>
        <p:blipFill rotWithShape="1">
          <a:blip r:embed="rId6">
            <a:alphaModFix/>
          </a:blip>
          <a:srcRect b="0" l="0" r="0" t="0"/>
          <a:stretch/>
        </p:blipFill>
        <p:spPr>
          <a:xfrm>
            <a:off x="2771775" y="5653087"/>
            <a:ext cx="3638550" cy="714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4"/>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23" name="Google Shape;423;p44"/>
          <p:cNvSpPr txBox="1"/>
          <p:nvPr>
            <p:ph idx="1" type="body"/>
          </p:nvPr>
        </p:nvSpPr>
        <p:spPr>
          <a:xfrm>
            <a:off x="179387" y="1981200"/>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80000"/>
              </a:lnSpc>
              <a:spcBef>
                <a:spcPts val="0"/>
              </a:spcBef>
              <a:spcAft>
                <a:spcPts val="0"/>
              </a:spcAft>
              <a:buClr>
                <a:schemeClr val="accent1"/>
              </a:buClr>
              <a:buSzPts val="1600"/>
              <a:buFont typeface="Noto Sans Symbols"/>
              <a:buChar char="⦿"/>
            </a:pPr>
            <a:r>
              <a:rPr b="0" i="0" lang="en-US" sz="2000" u="none">
                <a:solidFill>
                  <a:schemeClr val="lt1"/>
                </a:solidFill>
                <a:latin typeface="Arial"/>
                <a:ea typeface="Arial"/>
                <a:cs typeface="Arial"/>
                <a:sym typeface="Arial"/>
              </a:rPr>
              <a:t>DNS dinámico</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El diseñador web deja las páginas web en un equipo a su alcance, en su LAN</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También administra personalmente un servidor web propio y abre el puerto 80 del router, dirigiendo el tráfico externo a un equipo de su LAN</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Si su IP pública cambia, el servicio de DNS dinámico se encarga de asociar la nueva IP con el nombre contratado, redireccionando el tráfico</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El diseñador web se encarga del espacio web</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La empresa de DNS dinámico (ej: DynDNS) se encarga de la resolución del nombre DNS</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Los nombres han de ser del tipo: ejemplo.dyndns.org o </a:t>
            </a:r>
            <a:r>
              <a:rPr b="0" i="0" lang="en-US" sz="1800" u="sng">
                <a:solidFill>
                  <a:schemeClr val="lt1"/>
                </a:solidFill>
                <a:hlinkClick r:id="rId3">
                  <a:extLst>
                    <a:ext uri="{A12FA001-AC4F-418D-AE19-62706E023703}">
                      <ahyp:hlinkClr val="tx"/>
                    </a:ext>
                  </a:extLst>
                </a:hlinkClick>
              </a:rPr>
              <a:t>www.ejemplo.dyndns.org</a:t>
            </a:r>
            <a:r>
              <a:rPr b="0" i="0" lang="en-US" sz="1800" u="none">
                <a:solidFill>
                  <a:schemeClr val="lt1"/>
                </a:solidFill>
                <a:latin typeface="Arial"/>
                <a:ea typeface="Arial"/>
                <a:cs typeface="Arial"/>
                <a:sym typeface="Arial"/>
              </a:rPr>
              <a:t>, entre otros</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Necesario registrarse para obtener una cuenta de DNS dinámico</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Válido para dominios www, pero también para otros servicios (ftp…)</a:t>
            </a:r>
            <a:endParaRPr/>
          </a:p>
          <a:p>
            <a:pPr indent="-273049" lvl="1" marL="722312" rtl="0" algn="l">
              <a:lnSpc>
                <a:spcPct val="80000"/>
              </a:lnSpc>
              <a:spcBef>
                <a:spcPts val="360"/>
              </a:spcBef>
              <a:spcAft>
                <a:spcPts val="0"/>
              </a:spcAft>
              <a:buClr>
                <a:schemeClr val="accent1"/>
              </a:buClr>
              <a:buSzPts val="1620"/>
              <a:buFont typeface="Noto Sans Symbols"/>
              <a:buChar char="⚫"/>
            </a:pPr>
            <a:r>
              <a:rPr b="0" i="0" lang="en-US" sz="1800" u="none">
                <a:solidFill>
                  <a:schemeClr val="lt1"/>
                </a:solidFill>
                <a:latin typeface="Arial"/>
                <a:ea typeface="Arial"/>
                <a:cs typeface="Arial"/>
                <a:sym typeface="Arial"/>
              </a:rPr>
              <a:t>Más información en www.dyndns.com, www.no-ip.com</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5"/>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29" name="Google Shape;429;p45"/>
          <p:cNvSpPr txBox="1"/>
          <p:nvPr>
            <p:ph idx="1" type="body"/>
          </p:nvPr>
        </p:nvSpPr>
        <p:spPr>
          <a:xfrm>
            <a:off x="179387" y="1557337"/>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DNS dinámico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Formas de configurar el DNS dinámico</a:t>
            </a:r>
            <a:endParaRPr/>
          </a:p>
          <a:p>
            <a:pPr indent="-255587" lvl="2" marL="1004887" rtl="0" algn="l">
              <a:lnSpc>
                <a:spcPct val="100000"/>
              </a:lnSpc>
              <a:spcBef>
                <a:spcPts val="480"/>
              </a:spcBef>
              <a:spcAft>
                <a:spcPts val="0"/>
              </a:spcAft>
              <a:buClr>
                <a:schemeClr val="accent2"/>
              </a:buClr>
              <a:buSzPts val="2040"/>
              <a:buFont typeface="Arial"/>
              <a:buChar char="○"/>
            </a:pPr>
            <a:r>
              <a:rPr b="0" i="0" lang="en-US" sz="2400" u="none">
                <a:solidFill>
                  <a:schemeClr val="lt1"/>
                </a:solidFill>
                <a:latin typeface="Arial"/>
                <a:ea typeface="Arial"/>
                <a:cs typeface="Arial"/>
                <a:sym typeface="Arial"/>
              </a:rPr>
              <a:t>Desde el router</a:t>
            </a:r>
            <a:endParaRPr/>
          </a:p>
        </p:txBody>
      </p:sp>
      <p:pic>
        <p:nvPicPr>
          <p:cNvPr id="430" name="Google Shape;430;p45"/>
          <p:cNvPicPr preferRelativeResize="0"/>
          <p:nvPr/>
        </p:nvPicPr>
        <p:blipFill rotWithShape="1">
          <a:blip r:embed="rId3">
            <a:alphaModFix/>
          </a:blip>
          <a:srcRect b="0" l="0" r="0" t="0"/>
          <a:stretch/>
        </p:blipFill>
        <p:spPr>
          <a:xfrm>
            <a:off x="2195512" y="3162300"/>
            <a:ext cx="5476875" cy="3695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6"/>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36" name="Google Shape;436;p46"/>
          <p:cNvSpPr txBox="1"/>
          <p:nvPr>
            <p:ph idx="1" type="body"/>
          </p:nvPr>
        </p:nvSpPr>
        <p:spPr>
          <a:xfrm>
            <a:off x="179387" y="1557337"/>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DNS dinámico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Formas de configurar el DNS dinámico</a:t>
            </a:r>
            <a:endParaRPr/>
          </a:p>
          <a:p>
            <a:pPr indent="-255587" lvl="2" marL="1004887" rtl="0" algn="l">
              <a:lnSpc>
                <a:spcPct val="100000"/>
              </a:lnSpc>
              <a:spcBef>
                <a:spcPts val="480"/>
              </a:spcBef>
              <a:spcAft>
                <a:spcPts val="0"/>
              </a:spcAft>
              <a:buClr>
                <a:schemeClr val="accent2"/>
              </a:buClr>
              <a:buSzPts val="2040"/>
              <a:buFont typeface="Arial"/>
              <a:buChar char="○"/>
            </a:pPr>
            <a:r>
              <a:rPr b="0" i="0" lang="en-US" sz="2400" u="none">
                <a:solidFill>
                  <a:schemeClr val="lt1"/>
                </a:solidFill>
                <a:latin typeface="Arial"/>
                <a:ea typeface="Arial"/>
                <a:cs typeface="Arial"/>
                <a:sym typeface="Arial"/>
              </a:rPr>
              <a:t>Desde el propio equipo</a:t>
            </a:r>
            <a:endParaRPr/>
          </a:p>
          <a:p>
            <a:pPr indent="-236537" lvl="3" marL="1279525" rtl="0" algn="l">
              <a:lnSpc>
                <a:spcPct val="100000"/>
              </a:lnSpc>
              <a:spcBef>
                <a:spcPts val="400"/>
              </a:spcBef>
              <a:spcAft>
                <a:spcPts val="0"/>
              </a:spcAft>
              <a:buClr>
                <a:srgbClr val="E7BC29"/>
              </a:buClr>
              <a:buSzPts val="1800"/>
              <a:buFont typeface="Noto Sans Symbols"/>
              <a:buChar char="⚫"/>
            </a:pPr>
            <a:r>
              <a:rPr b="0" i="0" lang="en-US" sz="2000" u="none">
                <a:solidFill>
                  <a:schemeClr val="lt1"/>
                </a:solidFill>
                <a:latin typeface="Arial"/>
                <a:ea typeface="Arial"/>
                <a:cs typeface="Arial"/>
                <a:sym typeface="Arial"/>
              </a:rPr>
              <a:t>Nuestro equipo posee las páginas web</a:t>
            </a:r>
            <a:endParaRPr/>
          </a:p>
          <a:p>
            <a:pPr indent="-236537" lvl="3" marL="1279525" rtl="0" algn="l">
              <a:lnSpc>
                <a:spcPct val="100000"/>
              </a:lnSpc>
              <a:spcBef>
                <a:spcPts val="400"/>
              </a:spcBef>
              <a:spcAft>
                <a:spcPts val="0"/>
              </a:spcAft>
              <a:buClr>
                <a:srgbClr val="E7BC29"/>
              </a:buClr>
              <a:buSzPts val="1800"/>
              <a:buFont typeface="Noto Sans Symbols"/>
              <a:buChar char="⚫"/>
            </a:pPr>
            <a:r>
              <a:rPr b="0" i="0" lang="en-US" sz="2000" u="none">
                <a:solidFill>
                  <a:schemeClr val="lt1"/>
                </a:solidFill>
                <a:latin typeface="Arial"/>
                <a:ea typeface="Arial"/>
                <a:cs typeface="Arial"/>
                <a:sym typeface="Arial"/>
              </a:rPr>
              <a:t>En DynDNS dirigen todo el tráfico destinado a www.ejemplo.dyndns.org hacia nuestra IP pública</a:t>
            </a:r>
            <a:endParaRPr/>
          </a:p>
          <a:p>
            <a:pPr indent="-236537" lvl="3" marL="1279525" rtl="0" algn="l">
              <a:lnSpc>
                <a:spcPct val="100000"/>
              </a:lnSpc>
              <a:spcBef>
                <a:spcPts val="400"/>
              </a:spcBef>
              <a:spcAft>
                <a:spcPts val="0"/>
              </a:spcAft>
              <a:buClr>
                <a:srgbClr val="E7BC29"/>
              </a:buClr>
              <a:buSzPts val="1800"/>
              <a:buFont typeface="Noto Sans Symbols"/>
              <a:buChar char="⚫"/>
            </a:pPr>
            <a:r>
              <a:rPr b="0" i="0" lang="en-US" sz="2000" u="none">
                <a:solidFill>
                  <a:schemeClr val="lt1"/>
                </a:solidFill>
                <a:latin typeface="Arial"/>
                <a:ea typeface="Arial"/>
                <a:cs typeface="Arial"/>
                <a:sym typeface="Arial"/>
              </a:rPr>
              <a:t>En nuestro equipo hay instalado un programa (cliente de actualizaciones DNS)</a:t>
            </a:r>
            <a:endParaRPr/>
          </a:p>
          <a:p>
            <a:pPr indent="-236537" lvl="3" marL="1279525" rtl="0" algn="l">
              <a:lnSpc>
                <a:spcPct val="100000"/>
              </a:lnSpc>
              <a:spcBef>
                <a:spcPts val="400"/>
              </a:spcBef>
              <a:spcAft>
                <a:spcPts val="0"/>
              </a:spcAft>
              <a:buClr>
                <a:srgbClr val="E7BC29"/>
              </a:buClr>
              <a:buSzPts val="1800"/>
              <a:buFont typeface="Noto Sans Symbols"/>
              <a:buChar char="⚫"/>
            </a:pPr>
            <a:r>
              <a:rPr b="0" i="0" lang="en-US" sz="2000" u="none">
                <a:solidFill>
                  <a:schemeClr val="lt1"/>
                </a:solidFill>
                <a:latin typeface="Arial"/>
                <a:ea typeface="Arial"/>
                <a:cs typeface="Arial"/>
                <a:sym typeface="Arial"/>
              </a:rPr>
              <a:t>Cuando nuestro equipo cambia de IP, el programa avisa a DynDNS para que cambie en sus ficheros de zona la asociación (www.ejemplo.dyndns.org, IP antigua) a (www.ejemplo.dyndns.org, IP nueva)</a:t>
            </a:r>
            <a:endParaRPr/>
          </a:p>
          <a:p>
            <a:pPr indent="-280988" lvl="0" marL="419100" rtl="0" algn="l">
              <a:spcBef>
                <a:spcPts val="400"/>
              </a:spcBef>
              <a:spcAft>
                <a:spcPts val="0"/>
              </a:spcAft>
              <a:buSzPts val="1600"/>
              <a:buNone/>
            </a:pPr>
            <a:r>
              <a:t/>
            </a:r>
            <a:endParaRPr b="0" i="0" sz="2000" u="none">
              <a:solidFill>
                <a:schemeClr val="lt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7"/>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42" name="Google Shape;442;p47"/>
          <p:cNvSpPr txBox="1"/>
          <p:nvPr>
            <p:ph idx="1" type="body"/>
          </p:nvPr>
        </p:nvSpPr>
        <p:spPr>
          <a:xfrm>
            <a:off x="179387" y="1557337"/>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DNS dinámico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Formas de configurar el DNS dinámico</a:t>
            </a:r>
            <a:endParaRPr/>
          </a:p>
          <a:p>
            <a:pPr indent="-255587" lvl="2" marL="1004887" rtl="0" algn="l">
              <a:lnSpc>
                <a:spcPct val="100000"/>
              </a:lnSpc>
              <a:spcBef>
                <a:spcPts val="480"/>
              </a:spcBef>
              <a:spcAft>
                <a:spcPts val="0"/>
              </a:spcAft>
              <a:buClr>
                <a:schemeClr val="accent2"/>
              </a:buClr>
              <a:buSzPts val="2040"/>
              <a:buFont typeface="Arial"/>
              <a:buChar char="○"/>
            </a:pPr>
            <a:r>
              <a:rPr b="0" i="0" lang="en-US" sz="2400" u="none">
                <a:solidFill>
                  <a:schemeClr val="lt1"/>
                </a:solidFill>
                <a:latin typeface="Arial"/>
                <a:ea typeface="Arial"/>
                <a:cs typeface="Arial"/>
                <a:sym typeface="Arial"/>
              </a:rPr>
              <a:t>Desde el propio equipo</a:t>
            </a:r>
            <a:endParaRPr/>
          </a:p>
        </p:txBody>
      </p:sp>
      <p:pic>
        <p:nvPicPr>
          <p:cNvPr id="443" name="Google Shape;443;p47"/>
          <p:cNvPicPr preferRelativeResize="0"/>
          <p:nvPr/>
        </p:nvPicPr>
        <p:blipFill rotWithShape="1">
          <a:blip r:embed="rId3">
            <a:alphaModFix/>
          </a:blip>
          <a:srcRect b="0" l="0" r="0" t="0"/>
          <a:stretch/>
        </p:blipFill>
        <p:spPr>
          <a:xfrm>
            <a:off x="0" y="3238500"/>
            <a:ext cx="8980487" cy="36195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8"/>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49" name="Google Shape;449;p48"/>
          <p:cNvSpPr txBox="1"/>
          <p:nvPr>
            <p:ph idx="1" type="body"/>
          </p:nvPr>
        </p:nvSpPr>
        <p:spPr>
          <a:xfrm>
            <a:off x="179387" y="1557337"/>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DNS dinámico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Formas de configurar el DNS dinámico</a:t>
            </a:r>
            <a:endParaRPr/>
          </a:p>
          <a:p>
            <a:pPr indent="-255587" lvl="2" marL="1004887" rtl="0" algn="l">
              <a:lnSpc>
                <a:spcPct val="100000"/>
              </a:lnSpc>
              <a:spcBef>
                <a:spcPts val="480"/>
              </a:spcBef>
              <a:spcAft>
                <a:spcPts val="0"/>
              </a:spcAft>
              <a:buClr>
                <a:schemeClr val="accent2"/>
              </a:buClr>
              <a:buSzPts val="2040"/>
              <a:buFont typeface="Arial"/>
              <a:buChar char="○"/>
            </a:pPr>
            <a:r>
              <a:rPr b="0" i="0" lang="en-US" sz="2400" u="none">
                <a:solidFill>
                  <a:schemeClr val="lt1"/>
                </a:solidFill>
                <a:latin typeface="Arial"/>
                <a:ea typeface="Arial"/>
                <a:cs typeface="Arial"/>
                <a:sym typeface="Arial"/>
              </a:rPr>
              <a:t>Desde el propio equipo</a:t>
            </a:r>
            <a:endParaRPr/>
          </a:p>
        </p:txBody>
      </p:sp>
      <p:pic>
        <p:nvPicPr>
          <p:cNvPr id="450" name="Google Shape;450;p48"/>
          <p:cNvPicPr preferRelativeResize="0"/>
          <p:nvPr/>
        </p:nvPicPr>
        <p:blipFill rotWithShape="1">
          <a:blip r:embed="rId3">
            <a:alphaModFix/>
          </a:blip>
          <a:srcRect b="0" l="0" r="0" t="0"/>
          <a:stretch/>
        </p:blipFill>
        <p:spPr>
          <a:xfrm>
            <a:off x="1547812" y="3284537"/>
            <a:ext cx="6305550" cy="24574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9"/>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56" name="Google Shape;456;p49"/>
          <p:cNvSpPr txBox="1"/>
          <p:nvPr>
            <p:ph idx="1" type="body"/>
          </p:nvPr>
        </p:nvSpPr>
        <p:spPr>
          <a:xfrm>
            <a:off x="179387" y="1557337"/>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DNS dinámico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Formas de configurar el DNS dinámico</a:t>
            </a:r>
            <a:endParaRPr/>
          </a:p>
          <a:p>
            <a:pPr indent="-255587" lvl="2" marL="1004887" rtl="0" algn="l">
              <a:lnSpc>
                <a:spcPct val="100000"/>
              </a:lnSpc>
              <a:spcBef>
                <a:spcPts val="480"/>
              </a:spcBef>
              <a:spcAft>
                <a:spcPts val="0"/>
              </a:spcAft>
              <a:buClr>
                <a:schemeClr val="accent2"/>
              </a:buClr>
              <a:buSzPts val="2040"/>
              <a:buFont typeface="Arial"/>
              <a:buChar char="○"/>
            </a:pPr>
            <a:r>
              <a:rPr b="0" i="0" lang="en-US" sz="2400" u="none">
                <a:solidFill>
                  <a:schemeClr val="lt1"/>
                </a:solidFill>
                <a:latin typeface="Arial"/>
                <a:ea typeface="Arial"/>
                <a:cs typeface="Arial"/>
                <a:sym typeface="Arial"/>
              </a:rPr>
              <a:t>Desde el propio equipo</a:t>
            </a:r>
            <a:endParaRPr/>
          </a:p>
        </p:txBody>
      </p:sp>
      <p:pic>
        <p:nvPicPr>
          <p:cNvPr id="457" name="Google Shape;457;p49"/>
          <p:cNvPicPr preferRelativeResize="0"/>
          <p:nvPr/>
        </p:nvPicPr>
        <p:blipFill rotWithShape="1">
          <a:blip r:embed="rId3">
            <a:alphaModFix/>
          </a:blip>
          <a:srcRect b="0" l="0" r="0" t="0"/>
          <a:stretch/>
        </p:blipFill>
        <p:spPr>
          <a:xfrm>
            <a:off x="2124075" y="3068637"/>
            <a:ext cx="5257800" cy="359886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0"/>
          <p:cNvSpPr txBox="1"/>
          <p:nvPr>
            <p:ph type="title"/>
          </p:nvPr>
        </p:nvSpPr>
        <p:spPr>
          <a:xfrm>
            <a:off x="457200" y="274637"/>
            <a:ext cx="7467600" cy="11430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Clr>
                <a:schemeClr val="lt1"/>
              </a:buClr>
              <a:buSzPts val="4600"/>
              <a:buFont typeface="Libre Franklin"/>
              <a:buNone/>
            </a:pPr>
            <a:r>
              <a:rPr b="0" i="0" lang="en-US" sz="4600" u="none">
                <a:solidFill>
                  <a:schemeClr val="lt1"/>
                </a:solidFill>
                <a:latin typeface="Libre Franklin"/>
                <a:ea typeface="Libre Franklin"/>
                <a:cs typeface="Libre Franklin"/>
                <a:sym typeface="Libre Franklin"/>
              </a:rPr>
              <a:t>5. Dominios web</a:t>
            </a:r>
            <a:endParaRPr/>
          </a:p>
        </p:txBody>
      </p:sp>
      <p:sp>
        <p:nvSpPr>
          <p:cNvPr id="463" name="Google Shape;463;p50"/>
          <p:cNvSpPr txBox="1"/>
          <p:nvPr>
            <p:ph idx="1" type="body"/>
          </p:nvPr>
        </p:nvSpPr>
        <p:spPr>
          <a:xfrm>
            <a:off x="179387" y="1557337"/>
            <a:ext cx="8964612" cy="4543425"/>
          </a:xfrm>
          <a:prstGeom prst="rect">
            <a:avLst/>
          </a:prstGeom>
          <a:noFill/>
          <a:ln>
            <a:noFill/>
          </a:ln>
        </p:spPr>
        <p:txBody>
          <a:bodyPr anchorCtr="0" anchor="t" bIns="45700" lIns="91425" spcFirstLastPara="1" rIns="91425" wrap="square" tIns="45700">
            <a:noAutofit/>
          </a:bodyPr>
          <a:lstStyle/>
          <a:p>
            <a:pPr indent="-382587" lvl="0" marL="419100" rtl="0" algn="l">
              <a:lnSpc>
                <a:spcPct val="100000"/>
              </a:lnSpc>
              <a:spcBef>
                <a:spcPts val="0"/>
              </a:spcBef>
              <a:spcAft>
                <a:spcPts val="0"/>
              </a:spcAft>
              <a:buClr>
                <a:schemeClr val="accent1"/>
              </a:buClr>
              <a:buSzPts val="2400"/>
              <a:buFont typeface="Noto Sans Symbols"/>
              <a:buChar char="⦿"/>
            </a:pPr>
            <a:r>
              <a:rPr b="0" i="0" lang="en-US" sz="3000" u="none">
                <a:solidFill>
                  <a:schemeClr val="lt1"/>
                </a:solidFill>
                <a:latin typeface="Arial"/>
                <a:ea typeface="Arial"/>
                <a:cs typeface="Arial"/>
                <a:sym typeface="Arial"/>
              </a:rPr>
              <a:t>DNS dinámico</a:t>
            </a:r>
            <a:endParaRPr/>
          </a:p>
          <a:p>
            <a:pPr indent="-273049" lvl="1" marL="722312" rtl="0" algn="l">
              <a:lnSpc>
                <a:spcPct val="100000"/>
              </a:lnSpc>
              <a:spcBef>
                <a:spcPts val="520"/>
              </a:spcBef>
              <a:spcAft>
                <a:spcPts val="0"/>
              </a:spcAft>
              <a:buClr>
                <a:schemeClr val="accent1"/>
              </a:buClr>
              <a:buSzPts val="2340"/>
              <a:buFont typeface="Noto Sans Symbols"/>
              <a:buChar char="⚫"/>
            </a:pPr>
            <a:r>
              <a:rPr b="0" i="0" lang="en-US" sz="2600" u="none">
                <a:solidFill>
                  <a:schemeClr val="lt1"/>
                </a:solidFill>
                <a:latin typeface="Arial"/>
                <a:ea typeface="Arial"/>
                <a:cs typeface="Arial"/>
                <a:sym typeface="Arial"/>
              </a:rPr>
              <a:t>Formas de configurar el DNS dinámico</a:t>
            </a:r>
            <a:endParaRPr/>
          </a:p>
          <a:p>
            <a:pPr indent="-255587" lvl="2" marL="1004887" rtl="0" algn="l">
              <a:lnSpc>
                <a:spcPct val="100000"/>
              </a:lnSpc>
              <a:spcBef>
                <a:spcPts val="480"/>
              </a:spcBef>
              <a:spcAft>
                <a:spcPts val="0"/>
              </a:spcAft>
              <a:buClr>
                <a:schemeClr val="accent2"/>
              </a:buClr>
              <a:buSzPts val="2040"/>
              <a:buFont typeface="Arial"/>
              <a:buChar char="○"/>
            </a:pPr>
            <a:r>
              <a:rPr b="0" i="0" lang="en-US" sz="2400" u="none">
                <a:solidFill>
                  <a:schemeClr val="lt1"/>
                </a:solidFill>
                <a:latin typeface="Arial"/>
                <a:ea typeface="Arial"/>
                <a:cs typeface="Arial"/>
                <a:sym typeface="Arial"/>
              </a:rPr>
              <a:t>Desde el propio equipo</a:t>
            </a:r>
            <a:endParaRPr/>
          </a:p>
        </p:txBody>
      </p:sp>
      <p:pic>
        <p:nvPicPr>
          <p:cNvPr id="464" name="Google Shape;464;p50"/>
          <p:cNvPicPr preferRelativeResize="0"/>
          <p:nvPr/>
        </p:nvPicPr>
        <p:blipFill rotWithShape="1">
          <a:blip r:embed="rId3">
            <a:alphaModFix/>
          </a:blip>
          <a:srcRect b="0" l="0" r="0" t="0"/>
          <a:stretch/>
        </p:blipFill>
        <p:spPr>
          <a:xfrm>
            <a:off x="1908175" y="3090862"/>
            <a:ext cx="5472112" cy="3717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_Técnico">
  <a:themeElements>
    <a:clrScheme name="Papel">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Técnico">
  <a:themeElements>
    <a:clrScheme name="Papel">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écnico">
  <a:themeElements>
    <a:clrScheme name="Papel">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Técnico">
  <a:themeElements>
    <a:clrScheme name="Papel">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5_Técnico">
  <a:themeElements>
    <a:clrScheme name="Papel">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Técnico">
  <a:themeElements>
    <a:clrScheme name="Papel">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2008-04-20T16:37:07Z</dcterms:created>
  <dc:creator>root</dc:creator>
</cp:coreProperties>
</file>

<file path=docProps/custom.xml><?xml version="1.0" encoding="utf-8"?>
<Properties xmlns="http://schemas.openxmlformats.org/officeDocument/2006/custom-properties" xmlns:vt="http://schemas.openxmlformats.org/officeDocument/2006/docPropsVTypes"/>
</file>